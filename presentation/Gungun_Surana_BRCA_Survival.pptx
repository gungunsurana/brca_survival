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5143500" cx="9144000"/>
  <p:notesSz cx="6858000" cy="9144000"/>
  <p:embeddedFontLst>
    <p:embeddedFont>
      <p:font typeface="Roboto"/>
      <p:regular r:id="rId22"/>
      <p:bold r:id="rId23"/>
      <p:italic r:id="rId24"/>
      <p:boldItalic r:id="rId25"/>
    </p:embeddedFont>
    <p:embeddedFont>
      <p:font typeface="Gill Sans"/>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28" roundtripDataSignature="AMtx7miAVYbzpmfso/O/vMMMbOKzGP3fa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7A86F71-0756-4E65-B0BB-9E210D408E6D}">
  <a:tblStyle styleId="{A7A86F71-0756-4E65-B0BB-9E210D408E6D}"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Roboto-regular.fntdata"/><Relationship Id="rId21" Type="http://schemas.openxmlformats.org/officeDocument/2006/relationships/slide" Target="slides/slide15.xml"/><Relationship Id="rId24" Type="http://schemas.openxmlformats.org/officeDocument/2006/relationships/font" Target="fonts/Roboto-italic.fntdata"/><Relationship Id="rId23" Type="http://schemas.openxmlformats.org/officeDocument/2006/relationships/font" Target="fonts/Robo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GillSans-regular.fntdata"/><Relationship Id="rId25" Type="http://schemas.openxmlformats.org/officeDocument/2006/relationships/font" Target="fonts/Roboto-boldItalic.fntdata"/><Relationship Id="rId28" Type="http://customschemas.google.com/relationships/presentationmetadata" Target="metadata"/><Relationship Id="rId27" Type="http://schemas.openxmlformats.org/officeDocument/2006/relationships/font" Target="fonts/GillSans-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 name="Google Shape;8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hello everyone, i am gungun surana from india. today, im going to talk ab the </a:t>
            </a:r>
            <a:r>
              <a:rPr lang="en-US"/>
              <a:t>relevance</a:t>
            </a:r>
            <a:r>
              <a:rPr lang="en-US"/>
              <a:t> of genes on survival of breast cancer patients.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breast cancer is one of the most common cancers affecting women globally. it can also occur in men. it originates in the cells of the breast, primarily in the ductal carcinomas or the lobular carcinomas. there are several types of brca. ductal carcinoma in situ is a non-invasive breast cancer which is confined to the ducts. Invasive ductal carcinoma is the most common, and it spreads </a:t>
            </a:r>
            <a:r>
              <a:rPr lang="en-US"/>
              <a:t>beyond ducts. Invasive lobular carcinoma begins in the lobules and spreads to the tissues. In 2020, there were 2.3 mil new cases of breast cancer globally and approximately 685,000 women died frm brca.</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4" name="Google Shape;10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the risk factors of brca include age, family history and genetic material, reproductive history, hormonal </a:t>
            </a:r>
            <a:r>
              <a:rPr lang="en-US"/>
              <a:t>factors</a:t>
            </a:r>
            <a:r>
              <a:rPr lang="en-US"/>
              <a:t> and lifestyle factors.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solidFill>
                  <a:srgbClr val="202122"/>
                </a:solidFill>
                <a:highlight>
                  <a:srgbClr val="FFFFFF"/>
                </a:highlight>
              </a:rPr>
              <a:t>for my study, i utilised the kaplan meier survival </a:t>
            </a:r>
            <a:r>
              <a:rPr lang="en-US">
                <a:solidFill>
                  <a:srgbClr val="202122"/>
                </a:solidFill>
                <a:highlight>
                  <a:srgbClr val="FFFFFF"/>
                </a:highlight>
              </a:rPr>
              <a:t>analysis</a:t>
            </a:r>
            <a:r>
              <a:rPr lang="en-US">
                <a:solidFill>
                  <a:srgbClr val="202122"/>
                </a:solidFill>
                <a:highlight>
                  <a:srgbClr val="FFFFFF"/>
                </a:highlight>
              </a:rPr>
              <a:t> and the univariate cox proportional hazards analysis. </a:t>
            </a:r>
            <a:r>
              <a:rPr b="0" i="0" lang="en-US">
                <a:solidFill>
                  <a:srgbClr val="202122"/>
                </a:solidFill>
                <a:highlight>
                  <a:srgbClr val="FFFFFF"/>
                </a:highlight>
                <a:latin typeface="Arial"/>
                <a:ea typeface="Arial"/>
                <a:cs typeface="Arial"/>
                <a:sym typeface="Arial"/>
              </a:rPr>
              <a:t>In medical research,  the kaplan meier survival ana</a:t>
            </a:r>
            <a:r>
              <a:rPr lang="en-US">
                <a:solidFill>
                  <a:srgbClr val="202122"/>
                </a:solidFill>
                <a:highlight>
                  <a:srgbClr val="FFFFFF"/>
                </a:highlight>
              </a:rPr>
              <a:t>lysis </a:t>
            </a:r>
            <a:r>
              <a:rPr b="0" i="0" lang="en-US">
                <a:solidFill>
                  <a:srgbClr val="202122"/>
                </a:solidFill>
                <a:highlight>
                  <a:srgbClr val="FFFFFF"/>
                </a:highlight>
                <a:latin typeface="Arial"/>
                <a:ea typeface="Arial"/>
                <a:cs typeface="Arial"/>
                <a:sym typeface="Arial"/>
              </a:rPr>
              <a:t>is often used to measure the fraction of patients living for a certain amount of time after treatment. It constructs a survival curve that visually represents the proportion of subjects surviving over specified time intervals, providing valuable insights into factors influencing outcomes and treatment efficacy.</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solidFill>
                  <a:srgbClr val="202122"/>
                </a:solidFill>
                <a:highlight>
                  <a:srgbClr val="FFFFFF"/>
                </a:highlight>
              </a:rPr>
              <a:t>the univariate cox proportional hazards analysis is </a:t>
            </a:r>
            <a:r>
              <a:rPr b="0" i="0" lang="en-US">
                <a:solidFill>
                  <a:srgbClr val="202122"/>
                </a:solidFill>
                <a:highlight>
                  <a:srgbClr val="FFFFFF"/>
                </a:highlight>
                <a:latin typeface="Arial"/>
                <a:ea typeface="Arial"/>
                <a:cs typeface="Arial"/>
                <a:sym typeface="Arial"/>
              </a:rPr>
              <a:t>A </a:t>
            </a:r>
            <a:r>
              <a:rPr lang="en-US"/>
              <a:t>statistical method to explore the relationship between survival time and one predictor variable, assuming the effect is constant over time.</a:t>
            </a:r>
            <a:endParaRPr/>
          </a:p>
          <a:p>
            <a:pPr indent="0" lvl="0" marL="0" rtl="0" algn="l">
              <a:lnSpc>
                <a:spcPct val="100000"/>
              </a:lnSpc>
              <a:spcBef>
                <a:spcPts val="0"/>
              </a:spcBef>
              <a:spcAft>
                <a:spcPts val="0"/>
              </a:spcAft>
              <a:buSzPts val="1100"/>
              <a:buNone/>
            </a:pPr>
            <a:r>
              <a:rPr b="1" lang="en-US"/>
              <a:t>it has quite a few advantages and applications, including</a:t>
            </a:r>
            <a:endParaRPr/>
          </a:p>
          <a:p>
            <a:pPr indent="-298450" lvl="0" marL="457200" rtl="0" algn="l">
              <a:lnSpc>
                <a:spcPct val="100000"/>
              </a:lnSpc>
              <a:spcBef>
                <a:spcPts val="0"/>
              </a:spcBef>
              <a:spcAft>
                <a:spcPts val="0"/>
              </a:spcAft>
              <a:buSzPts val="1100"/>
              <a:buFont typeface="Arial"/>
              <a:buChar char="•"/>
            </a:pPr>
            <a:r>
              <a:rPr lang="en-US"/>
              <a:t>Handling censored data.</a:t>
            </a:r>
            <a:endParaRPr/>
          </a:p>
          <a:p>
            <a:pPr indent="-298450" lvl="0" marL="457200" rtl="0" algn="l">
              <a:lnSpc>
                <a:spcPct val="100000"/>
              </a:lnSpc>
              <a:spcBef>
                <a:spcPts val="0"/>
              </a:spcBef>
              <a:spcAft>
                <a:spcPts val="0"/>
              </a:spcAft>
              <a:buSzPts val="1100"/>
              <a:buFont typeface="Arial"/>
              <a:buChar char="•"/>
            </a:pPr>
            <a:r>
              <a:rPr lang="en-US"/>
              <a:t>Estimating effect of predictors on survival.</a:t>
            </a:r>
            <a:endParaRPr/>
          </a:p>
          <a:p>
            <a:pPr indent="-298450" lvl="0" marL="457200" rtl="0" algn="l">
              <a:lnSpc>
                <a:spcPct val="100000"/>
              </a:lnSpc>
              <a:spcBef>
                <a:spcPts val="0"/>
              </a:spcBef>
              <a:spcAft>
                <a:spcPts val="0"/>
              </a:spcAft>
              <a:buSzPts val="1100"/>
              <a:buFont typeface="Arial"/>
              <a:buChar char="•"/>
            </a:pPr>
            <a:r>
              <a:rPr lang="en-US"/>
              <a:t>Identifying risk factors for diseases, and so on.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Now, </a:t>
            </a:r>
            <a:r>
              <a:rPr lang="en-US"/>
              <a:t>Let me explain the approach I used in this study. I began by downloading and integrating the GSE7390 dataset using GEOparse. From there, I extracted both merged expression and clinical data, paving the way to construct Kaplan-Meier survival curves based on covariates, followed by performing univariate Cox proportional hazards analysis for each gene. </a:t>
            </a:r>
            <a:r>
              <a:rPr lang="en-US"/>
              <a:t>and finally, i extracted beta, hazard ratio, wald test and p value for each gene.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7" name="Google Shape;14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here are a few  qns which i tried to </a:t>
            </a:r>
            <a:r>
              <a:rPr lang="en-US"/>
              <a:t>answer</a:t>
            </a:r>
            <a:r>
              <a:rPr lang="en-US"/>
              <a:t> during the course of the project.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6" name="Google Shape;15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here are my results. Estrogen receptors (ER) are basically proteins found in some breast cancer cells that bind to estrogen,which is a hormone that can promote the growth of breast cancer cells.</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This is a forest plot that summarizes the Hazard ratio across the top 10 genes as shown. Gene </a:t>
            </a:r>
            <a:r>
              <a:rPr lang="en-US" sz="1100">
                <a:solidFill>
                  <a:srgbClr val="212121"/>
                </a:solidFill>
                <a:latin typeface="Roboto"/>
                <a:ea typeface="Roboto"/>
                <a:cs typeface="Roboto"/>
                <a:sym typeface="Roboto"/>
              </a:rPr>
              <a:t>CIAPIN1</a:t>
            </a:r>
            <a:r>
              <a:rPr lang="en-US"/>
              <a:t> has the highest hazard ratio at 2.77. This gene is involved in cell growth and survival, and is often reduced in expression in breast cancer</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If Hazard ratio is less than 1 then it often has a protective effect. The gene ARL6IP5 is often repressed in some breast cancers and acts as a tumor suppressor.</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 name="Google Shape;17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this graph shows the top 10 enriched terms in this study.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these are the key takeaways: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7" name="Google Shape;19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4" name="Google Shape;204;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7"/>
          <p:cNvSpPr txBox="1"/>
          <p:nvPr>
            <p:ph type="ctrTitle"/>
          </p:nvPr>
        </p:nvSpPr>
        <p:spPr>
          <a:xfrm>
            <a:off x="1200150" y="1790058"/>
            <a:ext cx="6743700" cy="123444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lvl1pPr lvl="0" algn="ctr">
              <a:lnSpc>
                <a:spcPct val="90000"/>
              </a:lnSpc>
              <a:spcBef>
                <a:spcPts val="0"/>
              </a:spcBef>
              <a:spcAft>
                <a:spcPts val="0"/>
              </a:spcAft>
              <a:buClr>
                <a:srgbClr val="262626"/>
              </a:buClr>
              <a:buSzPts val="2850"/>
              <a:buFont typeface="Gill Sans"/>
              <a:buNone/>
              <a:defRPr sz="285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7"/>
          <p:cNvSpPr txBox="1"/>
          <p:nvPr>
            <p:ph idx="1" type="subTitle"/>
          </p:nvPr>
        </p:nvSpPr>
        <p:spPr>
          <a:xfrm>
            <a:off x="2021396" y="3264408"/>
            <a:ext cx="5101209" cy="929921"/>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750"/>
              </a:spcBef>
              <a:spcAft>
                <a:spcPts val="0"/>
              </a:spcAft>
              <a:buSzPts val="1500"/>
              <a:buNone/>
              <a:defRPr sz="1500">
                <a:solidFill>
                  <a:srgbClr val="3F3F3F"/>
                </a:solidFill>
              </a:defRPr>
            </a:lvl1pPr>
            <a:lvl2pPr lvl="1" algn="ctr">
              <a:lnSpc>
                <a:spcPct val="100000"/>
              </a:lnSpc>
              <a:spcBef>
                <a:spcPts val="750"/>
              </a:spcBef>
              <a:spcAft>
                <a:spcPts val="0"/>
              </a:spcAft>
              <a:buSzPts val="1500"/>
              <a:buNone/>
              <a:defRPr sz="1500"/>
            </a:lvl2pPr>
            <a:lvl3pPr lvl="2" algn="ctr">
              <a:lnSpc>
                <a:spcPct val="100000"/>
              </a:lnSpc>
              <a:spcBef>
                <a:spcPts val="750"/>
              </a:spcBef>
              <a:spcAft>
                <a:spcPts val="0"/>
              </a:spcAft>
              <a:buSzPts val="1350"/>
              <a:buNone/>
              <a:defRPr sz="1350"/>
            </a:lvl3pPr>
            <a:lvl4pPr lvl="3" algn="ctr">
              <a:lnSpc>
                <a:spcPct val="100000"/>
              </a:lnSpc>
              <a:spcBef>
                <a:spcPts val="750"/>
              </a:spcBef>
              <a:spcAft>
                <a:spcPts val="0"/>
              </a:spcAft>
              <a:buSzPts val="1200"/>
              <a:buNone/>
              <a:defRPr sz="1200"/>
            </a:lvl4pPr>
            <a:lvl5pPr lvl="4" algn="ctr">
              <a:lnSpc>
                <a:spcPct val="100000"/>
              </a:lnSpc>
              <a:spcBef>
                <a:spcPts val="750"/>
              </a:spcBef>
              <a:spcAft>
                <a:spcPts val="0"/>
              </a:spcAft>
              <a:buSzPts val="1200"/>
              <a:buNone/>
              <a:defRPr sz="1200"/>
            </a:lvl5pPr>
            <a:lvl6pPr lvl="5" algn="ctr">
              <a:lnSpc>
                <a:spcPct val="100000"/>
              </a:lnSpc>
              <a:spcBef>
                <a:spcPts val="750"/>
              </a:spcBef>
              <a:spcAft>
                <a:spcPts val="0"/>
              </a:spcAft>
              <a:buSzPts val="1200"/>
              <a:buNone/>
              <a:defRPr sz="1200"/>
            </a:lvl6pPr>
            <a:lvl7pPr lvl="6" algn="ctr">
              <a:lnSpc>
                <a:spcPct val="100000"/>
              </a:lnSpc>
              <a:spcBef>
                <a:spcPts val="750"/>
              </a:spcBef>
              <a:spcAft>
                <a:spcPts val="0"/>
              </a:spcAft>
              <a:buSzPts val="1200"/>
              <a:buNone/>
              <a:defRPr sz="1200"/>
            </a:lvl7pPr>
            <a:lvl8pPr lvl="7" algn="ctr">
              <a:lnSpc>
                <a:spcPct val="100000"/>
              </a:lnSpc>
              <a:spcBef>
                <a:spcPts val="750"/>
              </a:spcBef>
              <a:spcAft>
                <a:spcPts val="0"/>
              </a:spcAft>
              <a:buSzPts val="1200"/>
              <a:buNone/>
              <a:defRPr sz="1200"/>
            </a:lvl8pPr>
            <a:lvl9pPr lvl="8" algn="ctr">
              <a:lnSpc>
                <a:spcPct val="100000"/>
              </a:lnSpc>
              <a:spcBef>
                <a:spcPts val="750"/>
              </a:spcBef>
              <a:spcAft>
                <a:spcPts val="0"/>
              </a:spcAft>
              <a:buSzPts val="1200"/>
              <a:buNone/>
              <a:defRPr sz="1200"/>
            </a:lvl9pPr>
          </a:lstStyle>
          <a:p/>
        </p:txBody>
      </p:sp>
      <p:sp>
        <p:nvSpPr>
          <p:cNvPr id="14" name="Google Shape;14;p17"/>
          <p:cNvSpPr txBox="1"/>
          <p:nvPr>
            <p:ph idx="10" type="dt"/>
          </p:nvPr>
        </p:nvSpPr>
        <p:spPr>
          <a:xfrm>
            <a:off x="5866072" y="4679112"/>
            <a:ext cx="2065310" cy="24297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7"/>
          <p:cNvSpPr txBox="1"/>
          <p:nvPr>
            <p:ph idx="11" type="ftr"/>
          </p:nvPr>
        </p:nvSpPr>
        <p:spPr>
          <a:xfrm>
            <a:off x="1200150" y="4677156"/>
            <a:ext cx="4425892" cy="24003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7"/>
          <p:cNvSpPr/>
          <p:nvPr>
            <p:ph idx="12" type="sldNum"/>
          </p:nvPr>
        </p:nvSpPr>
        <p:spPr>
          <a:xfrm>
            <a:off x="8069192" y="4663440"/>
            <a:ext cx="274320" cy="27432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r">
              <a:spcBef>
                <a:spcPts val="0"/>
              </a:spcBef>
              <a:spcAft>
                <a:spcPts val="0"/>
              </a:spcAft>
              <a:buClr>
                <a:srgbClr val="FFFFFF"/>
              </a:buClr>
              <a:buSzPts val="800"/>
              <a:buFont typeface="Gill Sans"/>
              <a:buNone/>
              <a:defRPr/>
            </a:lvl1pPr>
            <a:lvl2pPr indent="0" lvl="1" marL="0" algn="r">
              <a:spcBef>
                <a:spcPts val="0"/>
              </a:spcBef>
              <a:spcAft>
                <a:spcPts val="0"/>
              </a:spcAft>
              <a:buClr>
                <a:srgbClr val="FFFFFF"/>
              </a:buClr>
              <a:buSzPts val="800"/>
              <a:buFont typeface="Gill Sans"/>
              <a:buNone/>
              <a:defRPr/>
            </a:lvl2pPr>
            <a:lvl3pPr indent="0" lvl="2" marL="0" algn="r">
              <a:spcBef>
                <a:spcPts val="0"/>
              </a:spcBef>
              <a:spcAft>
                <a:spcPts val="0"/>
              </a:spcAft>
              <a:buClr>
                <a:srgbClr val="FFFFFF"/>
              </a:buClr>
              <a:buSzPts val="800"/>
              <a:buFont typeface="Gill Sans"/>
              <a:buNone/>
              <a:defRPr/>
            </a:lvl3pPr>
            <a:lvl4pPr indent="0" lvl="3" marL="0" algn="r">
              <a:spcBef>
                <a:spcPts val="0"/>
              </a:spcBef>
              <a:spcAft>
                <a:spcPts val="0"/>
              </a:spcAft>
              <a:buClr>
                <a:srgbClr val="FFFFFF"/>
              </a:buClr>
              <a:buSzPts val="800"/>
              <a:buFont typeface="Gill Sans"/>
              <a:buNone/>
              <a:defRPr/>
            </a:lvl4pPr>
            <a:lvl5pPr indent="0" lvl="4" marL="0" algn="r">
              <a:spcBef>
                <a:spcPts val="0"/>
              </a:spcBef>
              <a:spcAft>
                <a:spcPts val="0"/>
              </a:spcAft>
              <a:buClr>
                <a:srgbClr val="FFFFFF"/>
              </a:buClr>
              <a:buSzPts val="800"/>
              <a:buFont typeface="Gill Sans"/>
              <a:buNone/>
              <a:defRPr/>
            </a:lvl5pPr>
            <a:lvl6pPr indent="0" lvl="5" marL="0" algn="r">
              <a:spcBef>
                <a:spcPts val="0"/>
              </a:spcBef>
              <a:spcAft>
                <a:spcPts val="0"/>
              </a:spcAft>
              <a:buClr>
                <a:srgbClr val="FFFFFF"/>
              </a:buClr>
              <a:buSzPts val="800"/>
              <a:buFont typeface="Gill Sans"/>
              <a:buNone/>
              <a:defRPr/>
            </a:lvl6pPr>
            <a:lvl7pPr indent="0" lvl="6" marL="0" algn="r">
              <a:spcBef>
                <a:spcPts val="0"/>
              </a:spcBef>
              <a:spcAft>
                <a:spcPts val="0"/>
              </a:spcAft>
              <a:buClr>
                <a:srgbClr val="FFFFFF"/>
              </a:buClr>
              <a:buSzPts val="800"/>
              <a:buFont typeface="Gill Sans"/>
              <a:buNone/>
              <a:defRPr/>
            </a:lvl7pPr>
            <a:lvl8pPr indent="0" lvl="7" marL="0" algn="r">
              <a:spcBef>
                <a:spcPts val="0"/>
              </a:spcBef>
              <a:spcAft>
                <a:spcPts val="0"/>
              </a:spcAft>
              <a:buClr>
                <a:srgbClr val="FFFFFF"/>
              </a:buClr>
              <a:buSzPts val="800"/>
              <a:buFont typeface="Gill Sans"/>
              <a:buNone/>
              <a:defRPr/>
            </a:lvl8pPr>
            <a:lvl9pPr indent="0" lvl="8" marL="0" algn="r">
              <a:spcBef>
                <a:spcPts val="0"/>
              </a:spcBef>
              <a:spcAft>
                <a:spcPts val="0"/>
              </a:spcAft>
              <a:buClr>
                <a:srgbClr val="FFFFFF"/>
              </a:buClr>
              <a:buSzPts val="800"/>
              <a:buFont typeface="Gill Sans"/>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18"/>
          <p:cNvSpPr txBox="1"/>
          <p:nvPr>
            <p:ph type="title"/>
          </p:nvPr>
        </p:nvSpPr>
        <p:spPr>
          <a:xfrm>
            <a:off x="729450" y="1318650"/>
            <a:ext cx="7688700" cy="53520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t" bIns="91425" lIns="91425" spcFirstLastPara="1" rIns="91425" wrap="square" tIns="91425">
            <a:normAutofit/>
          </a:bodyPr>
          <a:lstStyle>
            <a:lvl1pPr lvl="0" algn="ctr">
              <a:lnSpc>
                <a:spcPct val="90000"/>
              </a:lnSpc>
              <a:spcBef>
                <a:spcPts val="0"/>
              </a:spcBef>
              <a:spcAft>
                <a:spcPts val="0"/>
              </a:spcAft>
              <a:buClr>
                <a:srgbClr val="262626"/>
              </a:buClr>
              <a:buSzPts val="2600"/>
              <a:buFont typeface="Gill Sans"/>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19" name="Google Shape;19;p18"/>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lvl1pPr indent="-311150" lvl="0" marL="457200" algn="l">
              <a:lnSpc>
                <a:spcPct val="100000"/>
              </a:lnSpc>
              <a:spcBef>
                <a:spcPts val="0"/>
              </a:spcBef>
              <a:spcAft>
                <a:spcPts val="0"/>
              </a:spcAft>
              <a:buSzPts val="1300"/>
              <a:buChar char="●"/>
              <a:defRPr/>
            </a:lvl1pPr>
            <a:lvl2pPr indent="-298450" lvl="1" marL="914400" algn="l">
              <a:lnSpc>
                <a:spcPct val="100000"/>
              </a:lnSpc>
              <a:spcBef>
                <a:spcPts val="0"/>
              </a:spcBef>
              <a:spcAft>
                <a:spcPts val="0"/>
              </a:spcAft>
              <a:buSzPts val="1100"/>
              <a:buChar char="○"/>
              <a:defRPr/>
            </a:lvl2pPr>
            <a:lvl3pPr indent="-298450" lvl="2" marL="1371600" algn="l">
              <a:lnSpc>
                <a:spcPct val="100000"/>
              </a:lnSpc>
              <a:spcBef>
                <a:spcPts val="0"/>
              </a:spcBef>
              <a:spcAft>
                <a:spcPts val="0"/>
              </a:spcAft>
              <a:buSzPts val="1100"/>
              <a:buChar char="■"/>
              <a:defRPr/>
            </a:lvl3pPr>
            <a:lvl4pPr indent="-298450" lvl="3" marL="1828800" algn="l">
              <a:lnSpc>
                <a:spcPct val="100000"/>
              </a:lnSpc>
              <a:spcBef>
                <a:spcPts val="0"/>
              </a:spcBef>
              <a:spcAft>
                <a:spcPts val="0"/>
              </a:spcAft>
              <a:buSzPts val="1100"/>
              <a:buChar char="●"/>
              <a:defRPr/>
            </a:lvl4pPr>
            <a:lvl5pPr indent="-298450" lvl="4" marL="2286000" algn="l">
              <a:lnSpc>
                <a:spcPct val="100000"/>
              </a:lnSpc>
              <a:spcBef>
                <a:spcPts val="0"/>
              </a:spcBef>
              <a:spcAft>
                <a:spcPts val="0"/>
              </a:spcAft>
              <a:buSzPts val="1100"/>
              <a:buChar char="○"/>
              <a:defRPr/>
            </a:lvl5pPr>
            <a:lvl6pPr indent="-298450" lvl="5" marL="2743200" algn="l">
              <a:lnSpc>
                <a:spcPct val="100000"/>
              </a:lnSpc>
              <a:spcBef>
                <a:spcPts val="0"/>
              </a:spcBef>
              <a:spcAft>
                <a:spcPts val="0"/>
              </a:spcAft>
              <a:buSzPts val="1100"/>
              <a:buChar char="■"/>
              <a:defRPr/>
            </a:lvl6pPr>
            <a:lvl7pPr indent="-298450" lvl="6" marL="3200400" algn="l">
              <a:lnSpc>
                <a:spcPct val="100000"/>
              </a:lnSpc>
              <a:spcBef>
                <a:spcPts val="0"/>
              </a:spcBef>
              <a:spcAft>
                <a:spcPts val="0"/>
              </a:spcAft>
              <a:buSzPts val="1100"/>
              <a:buChar char="●"/>
              <a:defRPr/>
            </a:lvl7pPr>
            <a:lvl8pPr indent="-298450" lvl="7" marL="3657600" algn="l">
              <a:lnSpc>
                <a:spcPct val="100000"/>
              </a:lnSpc>
              <a:spcBef>
                <a:spcPts val="0"/>
              </a:spcBef>
              <a:spcAft>
                <a:spcPts val="0"/>
              </a:spcAft>
              <a:buSzPts val="1100"/>
              <a:buChar char="○"/>
              <a:defRPr/>
            </a:lvl8pPr>
            <a:lvl9pPr indent="-298450" lvl="8" marL="4114800" algn="l">
              <a:lnSpc>
                <a:spcPct val="100000"/>
              </a:lnSpc>
              <a:spcBef>
                <a:spcPts val="0"/>
              </a:spcBef>
              <a:spcAft>
                <a:spcPts val="0"/>
              </a:spcAft>
              <a:buSzPts val="1100"/>
              <a:buChar char="■"/>
              <a:defRPr/>
            </a:lvl9pPr>
          </a:lstStyle>
          <a:p/>
        </p:txBody>
      </p:sp>
      <p:sp>
        <p:nvSpPr>
          <p:cNvPr id="20" name="Google Shape;20;p18"/>
          <p:cNvSpPr txBox="1"/>
          <p:nvPr>
            <p:ph idx="12" type="sldNum"/>
          </p:nvPr>
        </p:nvSpPr>
        <p:spPr>
          <a:xfrm>
            <a:off x="8536302" y="4749851"/>
            <a:ext cx="548700" cy="393600"/>
          </a:xfrm>
          <a:prstGeom prst="rect">
            <a:avLst/>
          </a:prstGeom>
          <a:solidFill>
            <a:srgbClr val="1D1D1D">
              <a:alpha val="69803"/>
            </a:srgbClr>
          </a:solidFill>
          <a:ln>
            <a:noFill/>
          </a:ln>
        </p:spPr>
        <p:txBody>
          <a:bodyPr anchorCtr="0" anchor="ctr" bIns="91425" lIns="91425" spcFirstLastPara="1" rIns="91425" wrap="square" tIns="91425">
            <a:normAutofit/>
          </a:bodyPr>
          <a:lstStyle>
            <a:lvl1pPr indent="0" lvl="0" marL="0" marR="0" algn="r">
              <a:spcBef>
                <a:spcPts val="0"/>
              </a:spcBef>
              <a:spcAft>
                <a:spcPts val="0"/>
              </a:spcAft>
              <a:buClr>
                <a:srgbClr val="FFFFFF"/>
              </a:buClr>
              <a:buSzPts val="825"/>
              <a:buFont typeface="Gill Sans"/>
              <a:buNone/>
              <a:defRPr b="0" i="0" sz="825" u="none" cap="none" strike="noStrike">
                <a:solidFill>
                  <a:srgbClr val="FFFFFF"/>
                </a:solidFill>
                <a:latin typeface="Gill Sans"/>
                <a:ea typeface="Gill Sans"/>
                <a:cs typeface="Gill Sans"/>
                <a:sym typeface="Gill Sans"/>
              </a:defRPr>
            </a:lvl1pPr>
            <a:lvl2pPr indent="0" lvl="1" marL="0" marR="0" algn="r">
              <a:spcBef>
                <a:spcPts val="0"/>
              </a:spcBef>
              <a:spcAft>
                <a:spcPts val="0"/>
              </a:spcAft>
              <a:buClr>
                <a:srgbClr val="FFFFFF"/>
              </a:buClr>
              <a:buSzPts val="825"/>
              <a:buFont typeface="Gill Sans"/>
              <a:buNone/>
              <a:defRPr b="0" i="0" sz="825" u="none" cap="none" strike="noStrike">
                <a:solidFill>
                  <a:srgbClr val="FFFFFF"/>
                </a:solidFill>
                <a:latin typeface="Gill Sans"/>
                <a:ea typeface="Gill Sans"/>
                <a:cs typeface="Gill Sans"/>
                <a:sym typeface="Gill Sans"/>
              </a:defRPr>
            </a:lvl2pPr>
            <a:lvl3pPr indent="0" lvl="2" marL="0" marR="0" algn="r">
              <a:spcBef>
                <a:spcPts val="0"/>
              </a:spcBef>
              <a:spcAft>
                <a:spcPts val="0"/>
              </a:spcAft>
              <a:buClr>
                <a:srgbClr val="FFFFFF"/>
              </a:buClr>
              <a:buSzPts val="825"/>
              <a:buFont typeface="Gill Sans"/>
              <a:buNone/>
              <a:defRPr b="0" i="0" sz="825" u="none" cap="none" strike="noStrike">
                <a:solidFill>
                  <a:srgbClr val="FFFFFF"/>
                </a:solidFill>
                <a:latin typeface="Gill Sans"/>
                <a:ea typeface="Gill Sans"/>
                <a:cs typeface="Gill Sans"/>
                <a:sym typeface="Gill Sans"/>
              </a:defRPr>
            </a:lvl3pPr>
            <a:lvl4pPr indent="0" lvl="3" marL="0" marR="0" algn="r">
              <a:spcBef>
                <a:spcPts val="0"/>
              </a:spcBef>
              <a:spcAft>
                <a:spcPts val="0"/>
              </a:spcAft>
              <a:buClr>
                <a:srgbClr val="FFFFFF"/>
              </a:buClr>
              <a:buSzPts val="825"/>
              <a:buFont typeface="Gill Sans"/>
              <a:buNone/>
              <a:defRPr b="0" i="0" sz="825" u="none" cap="none" strike="noStrike">
                <a:solidFill>
                  <a:srgbClr val="FFFFFF"/>
                </a:solidFill>
                <a:latin typeface="Gill Sans"/>
                <a:ea typeface="Gill Sans"/>
                <a:cs typeface="Gill Sans"/>
                <a:sym typeface="Gill Sans"/>
              </a:defRPr>
            </a:lvl4pPr>
            <a:lvl5pPr indent="0" lvl="4" marL="0" marR="0" algn="r">
              <a:spcBef>
                <a:spcPts val="0"/>
              </a:spcBef>
              <a:spcAft>
                <a:spcPts val="0"/>
              </a:spcAft>
              <a:buClr>
                <a:srgbClr val="FFFFFF"/>
              </a:buClr>
              <a:buSzPts val="825"/>
              <a:buFont typeface="Gill Sans"/>
              <a:buNone/>
              <a:defRPr b="0" i="0" sz="825" u="none" cap="none" strike="noStrike">
                <a:solidFill>
                  <a:srgbClr val="FFFFFF"/>
                </a:solidFill>
                <a:latin typeface="Gill Sans"/>
                <a:ea typeface="Gill Sans"/>
                <a:cs typeface="Gill Sans"/>
                <a:sym typeface="Gill Sans"/>
              </a:defRPr>
            </a:lvl5pPr>
            <a:lvl6pPr indent="0" lvl="5" marL="0" marR="0" algn="r">
              <a:spcBef>
                <a:spcPts val="0"/>
              </a:spcBef>
              <a:spcAft>
                <a:spcPts val="0"/>
              </a:spcAft>
              <a:buClr>
                <a:srgbClr val="FFFFFF"/>
              </a:buClr>
              <a:buSzPts val="825"/>
              <a:buFont typeface="Gill Sans"/>
              <a:buNone/>
              <a:defRPr b="0" i="0" sz="825" u="none" cap="none" strike="noStrike">
                <a:solidFill>
                  <a:srgbClr val="FFFFFF"/>
                </a:solidFill>
                <a:latin typeface="Gill Sans"/>
                <a:ea typeface="Gill Sans"/>
                <a:cs typeface="Gill Sans"/>
                <a:sym typeface="Gill Sans"/>
              </a:defRPr>
            </a:lvl6pPr>
            <a:lvl7pPr indent="0" lvl="6" marL="0" marR="0" algn="r">
              <a:spcBef>
                <a:spcPts val="0"/>
              </a:spcBef>
              <a:spcAft>
                <a:spcPts val="0"/>
              </a:spcAft>
              <a:buClr>
                <a:srgbClr val="FFFFFF"/>
              </a:buClr>
              <a:buSzPts val="825"/>
              <a:buFont typeface="Gill Sans"/>
              <a:buNone/>
              <a:defRPr b="0" i="0" sz="825" u="none" cap="none" strike="noStrike">
                <a:solidFill>
                  <a:srgbClr val="FFFFFF"/>
                </a:solidFill>
                <a:latin typeface="Gill Sans"/>
                <a:ea typeface="Gill Sans"/>
                <a:cs typeface="Gill Sans"/>
                <a:sym typeface="Gill Sans"/>
              </a:defRPr>
            </a:lvl7pPr>
            <a:lvl8pPr indent="0" lvl="7" marL="0" marR="0" algn="r">
              <a:spcBef>
                <a:spcPts val="0"/>
              </a:spcBef>
              <a:spcAft>
                <a:spcPts val="0"/>
              </a:spcAft>
              <a:buClr>
                <a:srgbClr val="FFFFFF"/>
              </a:buClr>
              <a:buSzPts val="825"/>
              <a:buFont typeface="Gill Sans"/>
              <a:buNone/>
              <a:defRPr b="0" i="0" sz="825" u="none" cap="none" strike="noStrike">
                <a:solidFill>
                  <a:srgbClr val="FFFFFF"/>
                </a:solidFill>
                <a:latin typeface="Gill Sans"/>
                <a:ea typeface="Gill Sans"/>
                <a:cs typeface="Gill Sans"/>
                <a:sym typeface="Gill Sans"/>
              </a:defRPr>
            </a:lvl8pPr>
            <a:lvl9pPr indent="0" lvl="8" marL="0" marR="0" algn="r">
              <a:spcBef>
                <a:spcPts val="0"/>
              </a:spcBef>
              <a:spcAft>
                <a:spcPts val="0"/>
              </a:spcAft>
              <a:buClr>
                <a:srgbClr val="FFFFFF"/>
              </a:buClr>
              <a:buSzPts val="825"/>
              <a:buFont typeface="Gill Sans"/>
              <a:buNone/>
              <a:defRPr b="0" i="0" sz="825" u="none" cap="none" strike="noStrike">
                <a:solidFill>
                  <a:srgbClr val="FFFFF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9"/>
          <p:cNvSpPr txBox="1"/>
          <p:nvPr>
            <p:ph type="title"/>
          </p:nvPr>
        </p:nvSpPr>
        <p:spPr>
          <a:xfrm>
            <a:off x="1673352" y="723519"/>
            <a:ext cx="5797296" cy="89154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9"/>
          <p:cNvSpPr txBox="1"/>
          <p:nvPr>
            <p:ph idx="1" type="body"/>
          </p:nvPr>
        </p:nvSpPr>
        <p:spPr>
          <a:xfrm>
            <a:off x="1673352" y="1978534"/>
            <a:ext cx="5797296" cy="2326487"/>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750"/>
              </a:spcBef>
              <a:spcAft>
                <a:spcPts val="0"/>
              </a:spcAft>
              <a:buSzPts val="1800"/>
              <a:buChar char="•"/>
              <a:defRPr/>
            </a:lvl1pPr>
            <a:lvl2pPr indent="-342900" lvl="1" marL="914400" algn="l">
              <a:lnSpc>
                <a:spcPct val="100000"/>
              </a:lnSpc>
              <a:spcBef>
                <a:spcPts val="750"/>
              </a:spcBef>
              <a:spcAft>
                <a:spcPts val="0"/>
              </a:spcAft>
              <a:buSzPts val="1800"/>
              <a:buChar char="•"/>
              <a:defRPr/>
            </a:lvl2pPr>
            <a:lvl3pPr indent="-342900" lvl="2" marL="1371600" algn="l">
              <a:lnSpc>
                <a:spcPct val="100000"/>
              </a:lnSpc>
              <a:spcBef>
                <a:spcPts val="750"/>
              </a:spcBef>
              <a:spcAft>
                <a:spcPts val="0"/>
              </a:spcAft>
              <a:buSzPts val="1800"/>
              <a:buChar char="•"/>
              <a:defRPr/>
            </a:lvl3pPr>
            <a:lvl4pPr indent="-342900" lvl="3" marL="1828800" algn="l">
              <a:lnSpc>
                <a:spcPct val="100000"/>
              </a:lnSpc>
              <a:spcBef>
                <a:spcPts val="750"/>
              </a:spcBef>
              <a:spcAft>
                <a:spcPts val="0"/>
              </a:spcAft>
              <a:buSzPts val="1800"/>
              <a:buChar char="•"/>
              <a:defRPr/>
            </a:lvl4pPr>
            <a:lvl5pPr indent="-342900" lvl="4" marL="2286000" algn="l">
              <a:lnSpc>
                <a:spcPct val="100000"/>
              </a:lnSpc>
              <a:spcBef>
                <a:spcPts val="750"/>
              </a:spcBef>
              <a:spcAft>
                <a:spcPts val="0"/>
              </a:spcAft>
              <a:buSzPts val="1800"/>
              <a:buChar char="•"/>
              <a:defRPr/>
            </a:lvl5pPr>
            <a:lvl6pPr indent="-342900" lvl="5" marL="2743200" algn="l">
              <a:lnSpc>
                <a:spcPct val="100000"/>
              </a:lnSpc>
              <a:spcBef>
                <a:spcPts val="750"/>
              </a:spcBef>
              <a:spcAft>
                <a:spcPts val="0"/>
              </a:spcAft>
              <a:buSzPts val="1800"/>
              <a:buChar char="•"/>
              <a:defRPr/>
            </a:lvl6pPr>
            <a:lvl7pPr indent="-342900" lvl="6" marL="3200400" algn="l">
              <a:lnSpc>
                <a:spcPct val="100000"/>
              </a:lnSpc>
              <a:spcBef>
                <a:spcPts val="750"/>
              </a:spcBef>
              <a:spcAft>
                <a:spcPts val="0"/>
              </a:spcAft>
              <a:buSzPts val="1800"/>
              <a:buChar char="•"/>
              <a:defRPr/>
            </a:lvl7pPr>
            <a:lvl8pPr indent="-342900" lvl="7" marL="3657600" algn="l">
              <a:lnSpc>
                <a:spcPct val="100000"/>
              </a:lnSpc>
              <a:spcBef>
                <a:spcPts val="750"/>
              </a:spcBef>
              <a:spcAft>
                <a:spcPts val="0"/>
              </a:spcAft>
              <a:buSzPts val="1800"/>
              <a:buChar char="•"/>
              <a:defRPr/>
            </a:lvl8pPr>
            <a:lvl9pPr indent="-342900" lvl="8" marL="4114800" algn="l">
              <a:lnSpc>
                <a:spcPct val="100000"/>
              </a:lnSpc>
              <a:spcBef>
                <a:spcPts val="750"/>
              </a:spcBef>
              <a:spcAft>
                <a:spcPts val="0"/>
              </a:spcAft>
              <a:buSzPts val="1800"/>
              <a:buChar char="•"/>
              <a:defRPr/>
            </a:lvl9pPr>
          </a:lstStyle>
          <a:p/>
        </p:txBody>
      </p:sp>
      <p:sp>
        <p:nvSpPr>
          <p:cNvPr id="24" name="Google Shape;24;p19"/>
          <p:cNvSpPr txBox="1"/>
          <p:nvPr>
            <p:ph idx="10" type="dt"/>
          </p:nvPr>
        </p:nvSpPr>
        <p:spPr>
          <a:xfrm>
            <a:off x="5866072" y="4679112"/>
            <a:ext cx="2065310" cy="24297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9"/>
          <p:cNvSpPr txBox="1"/>
          <p:nvPr>
            <p:ph idx="11" type="ftr"/>
          </p:nvPr>
        </p:nvSpPr>
        <p:spPr>
          <a:xfrm>
            <a:off x="1200150" y="4677156"/>
            <a:ext cx="4425892" cy="24003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9"/>
          <p:cNvSpPr/>
          <p:nvPr>
            <p:ph idx="12" type="sldNum"/>
          </p:nvPr>
        </p:nvSpPr>
        <p:spPr>
          <a:xfrm>
            <a:off x="8069192" y="4663440"/>
            <a:ext cx="274320" cy="27432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r">
              <a:spcBef>
                <a:spcPts val="0"/>
              </a:spcBef>
              <a:spcAft>
                <a:spcPts val="0"/>
              </a:spcAft>
              <a:buClr>
                <a:srgbClr val="FFFFFF"/>
              </a:buClr>
              <a:buSzPts val="800"/>
              <a:buFont typeface="Gill Sans"/>
              <a:buNone/>
              <a:defRPr/>
            </a:lvl1pPr>
            <a:lvl2pPr indent="0" lvl="1" marL="0" algn="r">
              <a:spcBef>
                <a:spcPts val="0"/>
              </a:spcBef>
              <a:spcAft>
                <a:spcPts val="0"/>
              </a:spcAft>
              <a:buClr>
                <a:srgbClr val="FFFFFF"/>
              </a:buClr>
              <a:buSzPts val="800"/>
              <a:buFont typeface="Gill Sans"/>
              <a:buNone/>
              <a:defRPr/>
            </a:lvl2pPr>
            <a:lvl3pPr indent="0" lvl="2" marL="0" algn="r">
              <a:spcBef>
                <a:spcPts val="0"/>
              </a:spcBef>
              <a:spcAft>
                <a:spcPts val="0"/>
              </a:spcAft>
              <a:buClr>
                <a:srgbClr val="FFFFFF"/>
              </a:buClr>
              <a:buSzPts val="800"/>
              <a:buFont typeface="Gill Sans"/>
              <a:buNone/>
              <a:defRPr/>
            </a:lvl3pPr>
            <a:lvl4pPr indent="0" lvl="3" marL="0" algn="r">
              <a:spcBef>
                <a:spcPts val="0"/>
              </a:spcBef>
              <a:spcAft>
                <a:spcPts val="0"/>
              </a:spcAft>
              <a:buClr>
                <a:srgbClr val="FFFFFF"/>
              </a:buClr>
              <a:buSzPts val="800"/>
              <a:buFont typeface="Gill Sans"/>
              <a:buNone/>
              <a:defRPr/>
            </a:lvl4pPr>
            <a:lvl5pPr indent="0" lvl="4" marL="0" algn="r">
              <a:spcBef>
                <a:spcPts val="0"/>
              </a:spcBef>
              <a:spcAft>
                <a:spcPts val="0"/>
              </a:spcAft>
              <a:buClr>
                <a:srgbClr val="FFFFFF"/>
              </a:buClr>
              <a:buSzPts val="800"/>
              <a:buFont typeface="Gill Sans"/>
              <a:buNone/>
              <a:defRPr/>
            </a:lvl5pPr>
            <a:lvl6pPr indent="0" lvl="5" marL="0" algn="r">
              <a:spcBef>
                <a:spcPts val="0"/>
              </a:spcBef>
              <a:spcAft>
                <a:spcPts val="0"/>
              </a:spcAft>
              <a:buClr>
                <a:srgbClr val="FFFFFF"/>
              </a:buClr>
              <a:buSzPts val="800"/>
              <a:buFont typeface="Gill Sans"/>
              <a:buNone/>
              <a:defRPr/>
            </a:lvl6pPr>
            <a:lvl7pPr indent="0" lvl="6" marL="0" algn="r">
              <a:spcBef>
                <a:spcPts val="0"/>
              </a:spcBef>
              <a:spcAft>
                <a:spcPts val="0"/>
              </a:spcAft>
              <a:buClr>
                <a:srgbClr val="FFFFFF"/>
              </a:buClr>
              <a:buSzPts val="800"/>
              <a:buFont typeface="Gill Sans"/>
              <a:buNone/>
              <a:defRPr/>
            </a:lvl7pPr>
            <a:lvl8pPr indent="0" lvl="7" marL="0" algn="r">
              <a:spcBef>
                <a:spcPts val="0"/>
              </a:spcBef>
              <a:spcAft>
                <a:spcPts val="0"/>
              </a:spcAft>
              <a:buClr>
                <a:srgbClr val="FFFFFF"/>
              </a:buClr>
              <a:buSzPts val="800"/>
              <a:buFont typeface="Gill Sans"/>
              <a:buNone/>
              <a:defRPr/>
            </a:lvl8pPr>
            <a:lvl9pPr indent="0" lvl="8" marL="0" algn="r">
              <a:spcBef>
                <a:spcPts val="0"/>
              </a:spcBef>
              <a:spcAft>
                <a:spcPts val="0"/>
              </a:spcAft>
              <a:buClr>
                <a:srgbClr val="FFFFFF"/>
              </a:buClr>
              <a:buSzPts val="800"/>
              <a:buFont typeface="Gill Sans"/>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0"/>
          <p:cNvSpPr txBox="1"/>
          <p:nvPr>
            <p:ph type="title"/>
          </p:nvPr>
        </p:nvSpPr>
        <p:spPr>
          <a:xfrm>
            <a:off x="1200150" y="1790058"/>
            <a:ext cx="6743700" cy="1234440"/>
          </a:xfrm>
          <a:prstGeom prst="rect">
            <a:avLst/>
          </a:prstGeom>
          <a:solidFill>
            <a:srgbClr val="FFFFFF"/>
          </a:solidFill>
          <a:ln cap="flat" cmpd="sng" w="38100">
            <a:solidFill>
              <a:srgbClr val="404040"/>
            </a:solidFill>
            <a:prstDash val="solid"/>
            <a:round/>
            <a:headEnd len="sm" w="sm" type="none"/>
            <a:tailEnd len="sm" w="sm" type="none"/>
          </a:ln>
        </p:spPr>
        <p:txBody>
          <a:bodyPr anchorCtr="1" anchor="ctr" bIns="182875" lIns="274300" spcFirstLastPara="1" rIns="274300" wrap="square" tIns="182875">
            <a:normAutofit/>
          </a:bodyPr>
          <a:lstStyle>
            <a:lvl1pPr lvl="0" algn="ctr">
              <a:lnSpc>
                <a:spcPct val="90000"/>
              </a:lnSpc>
              <a:spcBef>
                <a:spcPts val="0"/>
              </a:spcBef>
              <a:spcAft>
                <a:spcPts val="0"/>
              </a:spcAft>
              <a:buClr>
                <a:srgbClr val="262626"/>
              </a:buClr>
              <a:buSzPts val="2850"/>
              <a:buFont typeface="Gill Sans"/>
              <a:buNone/>
              <a:defRPr sz="285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0"/>
          <p:cNvSpPr txBox="1"/>
          <p:nvPr>
            <p:ph idx="1" type="body"/>
          </p:nvPr>
        </p:nvSpPr>
        <p:spPr>
          <a:xfrm>
            <a:off x="2021396" y="3264349"/>
            <a:ext cx="5101209" cy="948812"/>
          </a:xfrm>
          <a:prstGeom prst="rect">
            <a:avLst/>
          </a:prstGeom>
          <a:noFill/>
          <a:ln>
            <a:noFill/>
          </a:ln>
        </p:spPr>
        <p:txBody>
          <a:bodyPr anchorCtr="1" anchor="t" bIns="45700" lIns="91425" spcFirstLastPara="1" rIns="91425" wrap="square" tIns="45700">
            <a:normAutofit/>
          </a:bodyPr>
          <a:lstStyle>
            <a:lvl1pPr indent="-228600" lvl="0" marL="457200" algn="l">
              <a:lnSpc>
                <a:spcPct val="100000"/>
              </a:lnSpc>
              <a:spcBef>
                <a:spcPts val="750"/>
              </a:spcBef>
              <a:spcAft>
                <a:spcPts val="0"/>
              </a:spcAft>
              <a:buSzPts val="1500"/>
              <a:buNone/>
              <a:defRPr sz="1500">
                <a:solidFill>
                  <a:schemeClr val="dk1"/>
                </a:solidFill>
              </a:defRPr>
            </a:lvl1pPr>
            <a:lvl2pPr indent="-228600" lvl="1" marL="914400" algn="l">
              <a:lnSpc>
                <a:spcPct val="100000"/>
              </a:lnSpc>
              <a:spcBef>
                <a:spcPts val="750"/>
              </a:spcBef>
              <a:spcAft>
                <a:spcPts val="0"/>
              </a:spcAft>
              <a:buSzPts val="1500"/>
              <a:buNone/>
              <a:defRPr sz="1500">
                <a:solidFill>
                  <a:srgbClr val="888888"/>
                </a:solidFill>
              </a:defRPr>
            </a:lvl2pPr>
            <a:lvl3pPr indent="-228600" lvl="2" marL="1371600" algn="l">
              <a:lnSpc>
                <a:spcPct val="100000"/>
              </a:lnSpc>
              <a:spcBef>
                <a:spcPts val="750"/>
              </a:spcBef>
              <a:spcAft>
                <a:spcPts val="0"/>
              </a:spcAft>
              <a:buSzPts val="1350"/>
              <a:buNone/>
              <a:defRPr sz="1350">
                <a:solidFill>
                  <a:srgbClr val="888888"/>
                </a:solidFill>
              </a:defRPr>
            </a:lvl3pPr>
            <a:lvl4pPr indent="-228600" lvl="3" marL="1828800" algn="l">
              <a:lnSpc>
                <a:spcPct val="100000"/>
              </a:lnSpc>
              <a:spcBef>
                <a:spcPts val="750"/>
              </a:spcBef>
              <a:spcAft>
                <a:spcPts val="0"/>
              </a:spcAft>
              <a:buSzPts val="1200"/>
              <a:buNone/>
              <a:defRPr sz="1200">
                <a:solidFill>
                  <a:srgbClr val="888888"/>
                </a:solidFill>
              </a:defRPr>
            </a:lvl4pPr>
            <a:lvl5pPr indent="-228600" lvl="4" marL="2286000" algn="l">
              <a:lnSpc>
                <a:spcPct val="100000"/>
              </a:lnSpc>
              <a:spcBef>
                <a:spcPts val="750"/>
              </a:spcBef>
              <a:spcAft>
                <a:spcPts val="0"/>
              </a:spcAft>
              <a:buSzPts val="1200"/>
              <a:buNone/>
              <a:defRPr sz="1200">
                <a:solidFill>
                  <a:srgbClr val="888888"/>
                </a:solidFill>
              </a:defRPr>
            </a:lvl5pPr>
            <a:lvl6pPr indent="-228600" lvl="5" marL="2743200" algn="l">
              <a:lnSpc>
                <a:spcPct val="100000"/>
              </a:lnSpc>
              <a:spcBef>
                <a:spcPts val="750"/>
              </a:spcBef>
              <a:spcAft>
                <a:spcPts val="0"/>
              </a:spcAft>
              <a:buSzPts val="1200"/>
              <a:buNone/>
              <a:defRPr sz="1200">
                <a:solidFill>
                  <a:srgbClr val="888888"/>
                </a:solidFill>
              </a:defRPr>
            </a:lvl6pPr>
            <a:lvl7pPr indent="-228600" lvl="6" marL="3200400" algn="l">
              <a:lnSpc>
                <a:spcPct val="100000"/>
              </a:lnSpc>
              <a:spcBef>
                <a:spcPts val="750"/>
              </a:spcBef>
              <a:spcAft>
                <a:spcPts val="0"/>
              </a:spcAft>
              <a:buSzPts val="1200"/>
              <a:buNone/>
              <a:defRPr sz="1200">
                <a:solidFill>
                  <a:srgbClr val="888888"/>
                </a:solidFill>
              </a:defRPr>
            </a:lvl7pPr>
            <a:lvl8pPr indent="-228600" lvl="7" marL="3657600" algn="l">
              <a:lnSpc>
                <a:spcPct val="100000"/>
              </a:lnSpc>
              <a:spcBef>
                <a:spcPts val="750"/>
              </a:spcBef>
              <a:spcAft>
                <a:spcPts val="0"/>
              </a:spcAft>
              <a:buSzPts val="1200"/>
              <a:buNone/>
              <a:defRPr sz="1200">
                <a:solidFill>
                  <a:srgbClr val="888888"/>
                </a:solidFill>
              </a:defRPr>
            </a:lvl8pPr>
            <a:lvl9pPr indent="-228600" lvl="8" marL="4114800" algn="l">
              <a:lnSpc>
                <a:spcPct val="100000"/>
              </a:lnSpc>
              <a:spcBef>
                <a:spcPts val="750"/>
              </a:spcBef>
              <a:spcAft>
                <a:spcPts val="0"/>
              </a:spcAft>
              <a:buSzPts val="1200"/>
              <a:buNone/>
              <a:defRPr sz="1200">
                <a:solidFill>
                  <a:srgbClr val="888888"/>
                </a:solidFill>
              </a:defRPr>
            </a:lvl9pPr>
          </a:lstStyle>
          <a:p/>
        </p:txBody>
      </p:sp>
      <p:sp>
        <p:nvSpPr>
          <p:cNvPr id="30" name="Google Shape;30;p20"/>
          <p:cNvSpPr txBox="1"/>
          <p:nvPr>
            <p:ph idx="10" type="dt"/>
          </p:nvPr>
        </p:nvSpPr>
        <p:spPr>
          <a:xfrm>
            <a:off x="5866072" y="4679112"/>
            <a:ext cx="2065310" cy="24297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0"/>
          <p:cNvSpPr txBox="1"/>
          <p:nvPr>
            <p:ph idx="11" type="ftr"/>
          </p:nvPr>
        </p:nvSpPr>
        <p:spPr>
          <a:xfrm>
            <a:off x="1200150" y="4677156"/>
            <a:ext cx="4425892" cy="24003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0"/>
          <p:cNvSpPr/>
          <p:nvPr>
            <p:ph idx="12" type="sldNum"/>
          </p:nvPr>
        </p:nvSpPr>
        <p:spPr>
          <a:xfrm>
            <a:off x="8069192" y="4663440"/>
            <a:ext cx="274320" cy="27432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r">
              <a:spcBef>
                <a:spcPts val="0"/>
              </a:spcBef>
              <a:spcAft>
                <a:spcPts val="0"/>
              </a:spcAft>
              <a:buClr>
                <a:srgbClr val="FFFFFF"/>
              </a:buClr>
              <a:buSzPts val="800"/>
              <a:buFont typeface="Gill Sans"/>
              <a:buNone/>
              <a:defRPr/>
            </a:lvl1pPr>
            <a:lvl2pPr indent="0" lvl="1" marL="0" algn="r">
              <a:spcBef>
                <a:spcPts val="0"/>
              </a:spcBef>
              <a:spcAft>
                <a:spcPts val="0"/>
              </a:spcAft>
              <a:buClr>
                <a:srgbClr val="FFFFFF"/>
              </a:buClr>
              <a:buSzPts val="800"/>
              <a:buFont typeface="Gill Sans"/>
              <a:buNone/>
              <a:defRPr/>
            </a:lvl2pPr>
            <a:lvl3pPr indent="0" lvl="2" marL="0" algn="r">
              <a:spcBef>
                <a:spcPts val="0"/>
              </a:spcBef>
              <a:spcAft>
                <a:spcPts val="0"/>
              </a:spcAft>
              <a:buClr>
                <a:srgbClr val="FFFFFF"/>
              </a:buClr>
              <a:buSzPts val="800"/>
              <a:buFont typeface="Gill Sans"/>
              <a:buNone/>
              <a:defRPr/>
            </a:lvl3pPr>
            <a:lvl4pPr indent="0" lvl="3" marL="0" algn="r">
              <a:spcBef>
                <a:spcPts val="0"/>
              </a:spcBef>
              <a:spcAft>
                <a:spcPts val="0"/>
              </a:spcAft>
              <a:buClr>
                <a:srgbClr val="FFFFFF"/>
              </a:buClr>
              <a:buSzPts val="800"/>
              <a:buFont typeface="Gill Sans"/>
              <a:buNone/>
              <a:defRPr/>
            </a:lvl4pPr>
            <a:lvl5pPr indent="0" lvl="4" marL="0" algn="r">
              <a:spcBef>
                <a:spcPts val="0"/>
              </a:spcBef>
              <a:spcAft>
                <a:spcPts val="0"/>
              </a:spcAft>
              <a:buClr>
                <a:srgbClr val="FFFFFF"/>
              </a:buClr>
              <a:buSzPts val="800"/>
              <a:buFont typeface="Gill Sans"/>
              <a:buNone/>
              <a:defRPr/>
            </a:lvl5pPr>
            <a:lvl6pPr indent="0" lvl="5" marL="0" algn="r">
              <a:spcBef>
                <a:spcPts val="0"/>
              </a:spcBef>
              <a:spcAft>
                <a:spcPts val="0"/>
              </a:spcAft>
              <a:buClr>
                <a:srgbClr val="FFFFFF"/>
              </a:buClr>
              <a:buSzPts val="800"/>
              <a:buFont typeface="Gill Sans"/>
              <a:buNone/>
              <a:defRPr/>
            </a:lvl6pPr>
            <a:lvl7pPr indent="0" lvl="6" marL="0" algn="r">
              <a:spcBef>
                <a:spcPts val="0"/>
              </a:spcBef>
              <a:spcAft>
                <a:spcPts val="0"/>
              </a:spcAft>
              <a:buClr>
                <a:srgbClr val="FFFFFF"/>
              </a:buClr>
              <a:buSzPts val="800"/>
              <a:buFont typeface="Gill Sans"/>
              <a:buNone/>
              <a:defRPr/>
            </a:lvl7pPr>
            <a:lvl8pPr indent="0" lvl="7" marL="0" algn="r">
              <a:spcBef>
                <a:spcPts val="0"/>
              </a:spcBef>
              <a:spcAft>
                <a:spcPts val="0"/>
              </a:spcAft>
              <a:buClr>
                <a:srgbClr val="FFFFFF"/>
              </a:buClr>
              <a:buSzPts val="800"/>
              <a:buFont typeface="Gill Sans"/>
              <a:buNone/>
              <a:defRPr/>
            </a:lvl8pPr>
            <a:lvl9pPr indent="0" lvl="8" marL="0" algn="r">
              <a:spcBef>
                <a:spcPts val="0"/>
              </a:spcBef>
              <a:spcAft>
                <a:spcPts val="0"/>
              </a:spcAft>
              <a:buClr>
                <a:srgbClr val="FFFFFF"/>
              </a:buClr>
              <a:buSzPts val="800"/>
              <a:buFont typeface="Gill Sans"/>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1"/>
          <p:cNvSpPr txBox="1"/>
          <p:nvPr>
            <p:ph type="title"/>
          </p:nvPr>
        </p:nvSpPr>
        <p:spPr>
          <a:xfrm>
            <a:off x="1673352" y="723519"/>
            <a:ext cx="5797296" cy="89154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1"/>
          <p:cNvSpPr txBox="1"/>
          <p:nvPr>
            <p:ph idx="1" type="body"/>
          </p:nvPr>
        </p:nvSpPr>
        <p:spPr>
          <a:xfrm>
            <a:off x="1186434" y="1978533"/>
            <a:ext cx="3203828" cy="2326487"/>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750"/>
              </a:spcBef>
              <a:spcAft>
                <a:spcPts val="0"/>
              </a:spcAft>
              <a:buSzPts val="1800"/>
              <a:buChar char="•"/>
              <a:defRPr/>
            </a:lvl1pPr>
            <a:lvl2pPr indent="-342900" lvl="1" marL="914400" algn="l">
              <a:lnSpc>
                <a:spcPct val="100000"/>
              </a:lnSpc>
              <a:spcBef>
                <a:spcPts val="750"/>
              </a:spcBef>
              <a:spcAft>
                <a:spcPts val="0"/>
              </a:spcAft>
              <a:buSzPts val="1800"/>
              <a:buChar char="•"/>
              <a:defRPr/>
            </a:lvl2pPr>
            <a:lvl3pPr indent="-342900" lvl="2" marL="1371600" algn="l">
              <a:lnSpc>
                <a:spcPct val="100000"/>
              </a:lnSpc>
              <a:spcBef>
                <a:spcPts val="750"/>
              </a:spcBef>
              <a:spcAft>
                <a:spcPts val="0"/>
              </a:spcAft>
              <a:buSzPts val="1800"/>
              <a:buChar char="•"/>
              <a:defRPr/>
            </a:lvl3pPr>
            <a:lvl4pPr indent="-342900" lvl="3" marL="1828800" algn="l">
              <a:lnSpc>
                <a:spcPct val="100000"/>
              </a:lnSpc>
              <a:spcBef>
                <a:spcPts val="750"/>
              </a:spcBef>
              <a:spcAft>
                <a:spcPts val="0"/>
              </a:spcAft>
              <a:buSzPts val="1800"/>
              <a:buChar char="•"/>
              <a:defRPr/>
            </a:lvl4pPr>
            <a:lvl5pPr indent="-342900" lvl="4" marL="2286000" algn="l">
              <a:lnSpc>
                <a:spcPct val="100000"/>
              </a:lnSpc>
              <a:spcBef>
                <a:spcPts val="750"/>
              </a:spcBef>
              <a:spcAft>
                <a:spcPts val="0"/>
              </a:spcAft>
              <a:buSzPts val="1800"/>
              <a:buChar char="•"/>
              <a:defRPr/>
            </a:lvl5pPr>
            <a:lvl6pPr indent="-342900" lvl="5" marL="2743200" algn="l">
              <a:lnSpc>
                <a:spcPct val="100000"/>
              </a:lnSpc>
              <a:spcBef>
                <a:spcPts val="750"/>
              </a:spcBef>
              <a:spcAft>
                <a:spcPts val="0"/>
              </a:spcAft>
              <a:buSzPts val="1800"/>
              <a:buChar char="•"/>
              <a:defRPr/>
            </a:lvl6pPr>
            <a:lvl7pPr indent="-342900" lvl="6" marL="3200400" algn="l">
              <a:lnSpc>
                <a:spcPct val="100000"/>
              </a:lnSpc>
              <a:spcBef>
                <a:spcPts val="750"/>
              </a:spcBef>
              <a:spcAft>
                <a:spcPts val="0"/>
              </a:spcAft>
              <a:buSzPts val="1800"/>
              <a:buChar char="•"/>
              <a:defRPr/>
            </a:lvl7pPr>
            <a:lvl8pPr indent="-342900" lvl="7" marL="3657600" algn="l">
              <a:lnSpc>
                <a:spcPct val="100000"/>
              </a:lnSpc>
              <a:spcBef>
                <a:spcPts val="750"/>
              </a:spcBef>
              <a:spcAft>
                <a:spcPts val="0"/>
              </a:spcAft>
              <a:buSzPts val="1800"/>
              <a:buChar char="•"/>
              <a:defRPr/>
            </a:lvl8pPr>
            <a:lvl9pPr indent="-342900" lvl="8" marL="4114800" algn="l">
              <a:lnSpc>
                <a:spcPct val="100000"/>
              </a:lnSpc>
              <a:spcBef>
                <a:spcPts val="750"/>
              </a:spcBef>
              <a:spcAft>
                <a:spcPts val="0"/>
              </a:spcAft>
              <a:buSzPts val="1800"/>
              <a:buChar char="•"/>
              <a:defRPr/>
            </a:lvl9pPr>
          </a:lstStyle>
          <a:p/>
        </p:txBody>
      </p:sp>
      <p:sp>
        <p:nvSpPr>
          <p:cNvPr id="36" name="Google Shape;36;p21"/>
          <p:cNvSpPr txBox="1"/>
          <p:nvPr>
            <p:ph idx="2" type="body"/>
          </p:nvPr>
        </p:nvSpPr>
        <p:spPr>
          <a:xfrm>
            <a:off x="4753737" y="1978533"/>
            <a:ext cx="3202685" cy="2326487"/>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750"/>
              </a:spcBef>
              <a:spcAft>
                <a:spcPts val="0"/>
              </a:spcAft>
              <a:buSzPts val="1800"/>
              <a:buChar char="•"/>
              <a:defRPr/>
            </a:lvl1pPr>
            <a:lvl2pPr indent="-342900" lvl="1" marL="914400" algn="l">
              <a:lnSpc>
                <a:spcPct val="100000"/>
              </a:lnSpc>
              <a:spcBef>
                <a:spcPts val="750"/>
              </a:spcBef>
              <a:spcAft>
                <a:spcPts val="0"/>
              </a:spcAft>
              <a:buSzPts val="1800"/>
              <a:buChar char="•"/>
              <a:defRPr/>
            </a:lvl2pPr>
            <a:lvl3pPr indent="-342900" lvl="2" marL="1371600" algn="l">
              <a:lnSpc>
                <a:spcPct val="100000"/>
              </a:lnSpc>
              <a:spcBef>
                <a:spcPts val="750"/>
              </a:spcBef>
              <a:spcAft>
                <a:spcPts val="0"/>
              </a:spcAft>
              <a:buSzPts val="1800"/>
              <a:buChar char="•"/>
              <a:defRPr/>
            </a:lvl3pPr>
            <a:lvl4pPr indent="-342900" lvl="3" marL="1828800" algn="l">
              <a:lnSpc>
                <a:spcPct val="100000"/>
              </a:lnSpc>
              <a:spcBef>
                <a:spcPts val="750"/>
              </a:spcBef>
              <a:spcAft>
                <a:spcPts val="0"/>
              </a:spcAft>
              <a:buSzPts val="1800"/>
              <a:buChar char="•"/>
              <a:defRPr/>
            </a:lvl4pPr>
            <a:lvl5pPr indent="-342900" lvl="4" marL="2286000" algn="l">
              <a:lnSpc>
                <a:spcPct val="100000"/>
              </a:lnSpc>
              <a:spcBef>
                <a:spcPts val="750"/>
              </a:spcBef>
              <a:spcAft>
                <a:spcPts val="0"/>
              </a:spcAft>
              <a:buSzPts val="1800"/>
              <a:buChar char="•"/>
              <a:defRPr/>
            </a:lvl5pPr>
            <a:lvl6pPr indent="-342900" lvl="5" marL="2743200" algn="l">
              <a:lnSpc>
                <a:spcPct val="100000"/>
              </a:lnSpc>
              <a:spcBef>
                <a:spcPts val="750"/>
              </a:spcBef>
              <a:spcAft>
                <a:spcPts val="0"/>
              </a:spcAft>
              <a:buSzPts val="1800"/>
              <a:buChar char="•"/>
              <a:defRPr/>
            </a:lvl6pPr>
            <a:lvl7pPr indent="-342900" lvl="6" marL="3200400" algn="l">
              <a:lnSpc>
                <a:spcPct val="100000"/>
              </a:lnSpc>
              <a:spcBef>
                <a:spcPts val="750"/>
              </a:spcBef>
              <a:spcAft>
                <a:spcPts val="0"/>
              </a:spcAft>
              <a:buSzPts val="1800"/>
              <a:buChar char="•"/>
              <a:defRPr/>
            </a:lvl7pPr>
            <a:lvl8pPr indent="-342900" lvl="7" marL="3657600" algn="l">
              <a:lnSpc>
                <a:spcPct val="100000"/>
              </a:lnSpc>
              <a:spcBef>
                <a:spcPts val="750"/>
              </a:spcBef>
              <a:spcAft>
                <a:spcPts val="0"/>
              </a:spcAft>
              <a:buSzPts val="1800"/>
              <a:buChar char="•"/>
              <a:defRPr/>
            </a:lvl8pPr>
            <a:lvl9pPr indent="-342900" lvl="8" marL="4114800" algn="l">
              <a:lnSpc>
                <a:spcPct val="100000"/>
              </a:lnSpc>
              <a:spcBef>
                <a:spcPts val="750"/>
              </a:spcBef>
              <a:spcAft>
                <a:spcPts val="0"/>
              </a:spcAft>
              <a:buSzPts val="1800"/>
              <a:buChar char="•"/>
              <a:defRPr/>
            </a:lvl9pPr>
          </a:lstStyle>
          <a:p/>
        </p:txBody>
      </p:sp>
      <p:sp>
        <p:nvSpPr>
          <p:cNvPr id="37" name="Google Shape;37;p21"/>
          <p:cNvSpPr txBox="1"/>
          <p:nvPr>
            <p:ph idx="10" type="dt"/>
          </p:nvPr>
        </p:nvSpPr>
        <p:spPr>
          <a:xfrm>
            <a:off x="5866072" y="4679112"/>
            <a:ext cx="2065310" cy="24297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1"/>
          <p:cNvSpPr txBox="1"/>
          <p:nvPr>
            <p:ph idx="11" type="ftr"/>
          </p:nvPr>
        </p:nvSpPr>
        <p:spPr>
          <a:xfrm>
            <a:off x="1200150" y="4677156"/>
            <a:ext cx="4425892" cy="24003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1"/>
          <p:cNvSpPr/>
          <p:nvPr>
            <p:ph idx="12" type="sldNum"/>
          </p:nvPr>
        </p:nvSpPr>
        <p:spPr>
          <a:xfrm>
            <a:off x="8069192" y="4663440"/>
            <a:ext cx="274320" cy="27432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r">
              <a:spcBef>
                <a:spcPts val="0"/>
              </a:spcBef>
              <a:spcAft>
                <a:spcPts val="0"/>
              </a:spcAft>
              <a:buClr>
                <a:srgbClr val="FFFFFF"/>
              </a:buClr>
              <a:buSzPts val="800"/>
              <a:buFont typeface="Gill Sans"/>
              <a:buNone/>
              <a:defRPr/>
            </a:lvl1pPr>
            <a:lvl2pPr indent="0" lvl="1" marL="0" algn="r">
              <a:spcBef>
                <a:spcPts val="0"/>
              </a:spcBef>
              <a:spcAft>
                <a:spcPts val="0"/>
              </a:spcAft>
              <a:buClr>
                <a:srgbClr val="FFFFFF"/>
              </a:buClr>
              <a:buSzPts val="800"/>
              <a:buFont typeface="Gill Sans"/>
              <a:buNone/>
              <a:defRPr/>
            </a:lvl2pPr>
            <a:lvl3pPr indent="0" lvl="2" marL="0" algn="r">
              <a:spcBef>
                <a:spcPts val="0"/>
              </a:spcBef>
              <a:spcAft>
                <a:spcPts val="0"/>
              </a:spcAft>
              <a:buClr>
                <a:srgbClr val="FFFFFF"/>
              </a:buClr>
              <a:buSzPts val="800"/>
              <a:buFont typeface="Gill Sans"/>
              <a:buNone/>
              <a:defRPr/>
            </a:lvl3pPr>
            <a:lvl4pPr indent="0" lvl="3" marL="0" algn="r">
              <a:spcBef>
                <a:spcPts val="0"/>
              </a:spcBef>
              <a:spcAft>
                <a:spcPts val="0"/>
              </a:spcAft>
              <a:buClr>
                <a:srgbClr val="FFFFFF"/>
              </a:buClr>
              <a:buSzPts val="800"/>
              <a:buFont typeface="Gill Sans"/>
              <a:buNone/>
              <a:defRPr/>
            </a:lvl4pPr>
            <a:lvl5pPr indent="0" lvl="4" marL="0" algn="r">
              <a:spcBef>
                <a:spcPts val="0"/>
              </a:spcBef>
              <a:spcAft>
                <a:spcPts val="0"/>
              </a:spcAft>
              <a:buClr>
                <a:srgbClr val="FFFFFF"/>
              </a:buClr>
              <a:buSzPts val="800"/>
              <a:buFont typeface="Gill Sans"/>
              <a:buNone/>
              <a:defRPr/>
            </a:lvl5pPr>
            <a:lvl6pPr indent="0" lvl="5" marL="0" algn="r">
              <a:spcBef>
                <a:spcPts val="0"/>
              </a:spcBef>
              <a:spcAft>
                <a:spcPts val="0"/>
              </a:spcAft>
              <a:buClr>
                <a:srgbClr val="FFFFFF"/>
              </a:buClr>
              <a:buSzPts val="800"/>
              <a:buFont typeface="Gill Sans"/>
              <a:buNone/>
              <a:defRPr/>
            </a:lvl6pPr>
            <a:lvl7pPr indent="0" lvl="6" marL="0" algn="r">
              <a:spcBef>
                <a:spcPts val="0"/>
              </a:spcBef>
              <a:spcAft>
                <a:spcPts val="0"/>
              </a:spcAft>
              <a:buClr>
                <a:srgbClr val="FFFFFF"/>
              </a:buClr>
              <a:buSzPts val="800"/>
              <a:buFont typeface="Gill Sans"/>
              <a:buNone/>
              <a:defRPr/>
            </a:lvl7pPr>
            <a:lvl8pPr indent="0" lvl="7" marL="0" algn="r">
              <a:spcBef>
                <a:spcPts val="0"/>
              </a:spcBef>
              <a:spcAft>
                <a:spcPts val="0"/>
              </a:spcAft>
              <a:buClr>
                <a:srgbClr val="FFFFFF"/>
              </a:buClr>
              <a:buSzPts val="800"/>
              <a:buFont typeface="Gill Sans"/>
              <a:buNone/>
              <a:defRPr/>
            </a:lvl8pPr>
            <a:lvl9pPr indent="0" lvl="8" marL="0" algn="r">
              <a:spcBef>
                <a:spcPts val="0"/>
              </a:spcBef>
              <a:spcAft>
                <a:spcPts val="0"/>
              </a:spcAft>
              <a:buClr>
                <a:srgbClr val="FFFFFF"/>
              </a:buClr>
              <a:buSzPts val="800"/>
              <a:buFont typeface="Gill Sans"/>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2"/>
          <p:cNvSpPr txBox="1"/>
          <p:nvPr>
            <p:ph idx="1" type="body"/>
          </p:nvPr>
        </p:nvSpPr>
        <p:spPr>
          <a:xfrm>
            <a:off x="1187577" y="1735075"/>
            <a:ext cx="3202686" cy="528065"/>
          </a:xfrm>
          <a:prstGeom prst="rect">
            <a:avLst/>
          </a:prstGeom>
          <a:noFill/>
          <a:ln>
            <a:noFill/>
          </a:ln>
        </p:spPr>
        <p:txBody>
          <a:bodyPr anchorCtr="1" anchor="b" bIns="45700" lIns="91425" spcFirstLastPara="1" rIns="91425" wrap="square" tIns="45700">
            <a:normAutofit/>
          </a:bodyPr>
          <a:lstStyle>
            <a:lvl1pPr indent="-228600" lvl="0" marL="457200" algn="ctr">
              <a:lnSpc>
                <a:spcPct val="100000"/>
              </a:lnSpc>
              <a:spcBef>
                <a:spcPts val="750"/>
              </a:spcBef>
              <a:spcAft>
                <a:spcPts val="0"/>
              </a:spcAft>
              <a:buSzPts val="1425"/>
              <a:buNone/>
              <a:defRPr b="0" sz="1425" cap="none">
                <a:solidFill>
                  <a:schemeClr val="dk2"/>
                </a:solidFill>
              </a:defRPr>
            </a:lvl1pPr>
            <a:lvl2pPr indent="-228600" lvl="1" marL="914400" algn="l">
              <a:lnSpc>
                <a:spcPct val="100000"/>
              </a:lnSpc>
              <a:spcBef>
                <a:spcPts val="750"/>
              </a:spcBef>
              <a:spcAft>
                <a:spcPts val="0"/>
              </a:spcAft>
              <a:buSzPts val="1425"/>
              <a:buNone/>
              <a:defRPr b="1" sz="1425"/>
            </a:lvl2pPr>
            <a:lvl3pPr indent="-228600" lvl="2" marL="1371600" algn="l">
              <a:lnSpc>
                <a:spcPct val="100000"/>
              </a:lnSpc>
              <a:spcBef>
                <a:spcPts val="750"/>
              </a:spcBef>
              <a:spcAft>
                <a:spcPts val="0"/>
              </a:spcAft>
              <a:buSzPts val="1350"/>
              <a:buNone/>
              <a:defRPr b="1" sz="1350"/>
            </a:lvl3pPr>
            <a:lvl4pPr indent="-228600" lvl="3" marL="1828800" algn="l">
              <a:lnSpc>
                <a:spcPct val="100000"/>
              </a:lnSpc>
              <a:spcBef>
                <a:spcPts val="750"/>
              </a:spcBef>
              <a:spcAft>
                <a:spcPts val="0"/>
              </a:spcAft>
              <a:buSzPts val="1200"/>
              <a:buNone/>
              <a:defRPr b="1" sz="1200"/>
            </a:lvl4pPr>
            <a:lvl5pPr indent="-228600" lvl="4" marL="2286000" algn="l">
              <a:lnSpc>
                <a:spcPct val="100000"/>
              </a:lnSpc>
              <a:spcBef>
                <a:spcPts val="750"/>
              </a:spcBef>
              <a:spcAft>
                <a:spcPts val="0"/>
              </a:spcAft>
              <a:buSzPts val="1200"/>
              <a:buNone/>
              <a:defRPr b="1" sz="1200"/>
            </a:lvl5pPr>
            <a:lvl6pPr indent="-228600" lvl="5" marL="2743200" algn="l">
              <a:lnSpc>
                <a:spcPct val="100000"/>
              </a:lnSpc>
              <a:spcBef>
                <a:spcPts val="750"/>
              </a:spcBef>
              <a:spcAft>
                <a:spcPts val="0"/>
              </a:spcAft>
              <a:buSzPts val="1200"/>
              <a:buNone/>
              <a:defRPr b="1" sz="1200"/>
            </a:lvl6pPr>
            <a:lvl7pPr indent="-228600" lvl="6" marL="3200400" algn="l">
              <a:lnSpc>
                <a:spcPct val="100000"/>
              </a:lnSpc>
              <a:spcBef>
                <a:spcPts val="750"/>
              </a:spcBef>
              <a:spcAft>
                <a:spcPts val="0"/>
              </a:spcAft>
              <a:buSzPts val="1200"/>
              <a:buNone/>
              <a:defRPr b="1" sz="1200"/>
            </a:lvl7pPr>
            <a:lvl8pPr indent="-228600" lvl="7" marL="3657600" algn="l">
              <a:lnSpc>
                <a:spcPct val="100000"/>
              </a:lnSpc>
              <a:spcBef>
                <a:spcPts val="750"/>
              </a:spcBef>
              <a:spcAft>
                <a:spcPts val="0"/>
              </a:spcAft>
              <a:buSzPts val="1200"/>
              <a:buNone/>
              <a:defRPr b="1" sz="1200"/>
            </a:lvl8pPr>
            <a:lvl9pPr indent="-228600" lvl="8" marL="4114800" algn="l">
              <a:lnSpc>
                <a:spcPct val="100000"/>
              </a:lnSpc>
              <a:spcBef>
                <a:spcPts val="750"/>
              </a:spcBef>
              <a:spcAft>
                <a:spcPts val="0"/>
              </a:spcAft>
              <a:buSzPts val="1200"/>
              <a:buNone/>
              <a:defRPr b="1" sz="1200"/>
            </a:lvl9pPr>
          </a:lstStyle>
          <a:p/>
        </p:txBody>
      </p:sp>
      <p:sp>
        <p:nvSpPr>
          <p:cNvPr id="42" name="Google Shape;42;p22"/>
          <p:cNvSpPr txBox="1"/>
          <p:nvPr>
            <p:ph idx="2" type="body"/>
          </p:nvPr>
        </p:nvSpPr>
        <p:spPr>
          <a:xfrm>
            <a:off x="1187577" y="2357438"/>
            <a:ext cx="3202686" cy="194758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750"/>
              </a:spcBef>
              <a:spcAft>
                <a:spcPts val="0"/>
              </a:spcAft>
              <a:buSzPts val="1800"/>
              <a:buChar char="•"/>
              <a:defRPr/>
            </a:lvl1pPr>
            <a:lvl2pPr indent="-342900" lvl="1" marL="914400" algn="l">
              <a:lnSpc>
                <a:spcPct val="100000"/>
              </a:lnSpc>
              <a:spcBef>
                <a:spcPts val="750"/>
              </a:spcBef>
              <a:spcAft>
                <a:spcPts val="0"/>
              </a:spcAft>
              <a:buSzPts val="1800"/>
              <a:buChar char="•"/>
              <a:defRPr/>
            </a:lvl2pPr>
            <a:lvl3pPr indent="-342900" lvl="2" marL="1371600" algn="l">
              <a:lnSpc>
                <a:spcPct val="100000"/>
              </a:lnSpc>
              <a:spcBef>
                <a:spcPts val="750"/>
              </a:spcBef>
              <a:spcAft>
                <a:spcPts val="0"/>
              </a:spcAft>
              <a:buSzPts val="1800"/>
              <a:buChar char="•"/>
              <a:defRPr/>
            </a:lvl3pPr>
            <a:lvl4pPr indent="-342900" lvl="3" marL="1828800" algn="l">
              <a:lnSpc>
                <a:spcPct val="100000"/>
              </a:lnSpc>
              <a:spcBef>
                <a:spcPts val="750"/>
              </a:spcBef>
              <a:spcAft>
                <a:spcPts val="0"/>
              </a:spcAft>
              <a:buSzPts val="1800"/>
              <a:buChar char="•"/>
              <a:defRPr/>
            </a:lvl4pPr>
            <a:lvl5pPr indent="-342900" lvl="4" marL="2286000" algn="l">
              <a:lnSpc>
                <a:spcPct val="100000"/>
              </a:lnSpc>
              <a:spcBef>
                <a:spcPts val="750"/>
              </a:spcBef>
              <a:spcAft>
                <a:spcPts val="0"/>
              </a:spcAft>
              <a:buSzPts val="1800"/>
              <a:buChar char="•"/>
              <a:defRPr/>
            </a:lvl5pPr>
            <a:lvl6pPr indent="-342900" lvl="5" marL="2743200" algn="l">
              <a:lnSpc>
                <a:spcPct val="100000"/>
              </a:lnSpc>
              <a:spcBef>
                <a:spcPts val="750"/>
              </a:spcBef>
              <a:spcAft>
                <a:spcPts val="0"/>
              </a:spcAft>
              <a:buSzPts val="1800"/>
              <a:buChar char="•"/>
              <a:defRPr/>
            </a:lvl6pPr>
            <a:lvl7pPr indent="-342900" lvl="6" marL="3200400" algn="l">
              <a:lnSpc>
                <a:spcPct val="100000"/>
              </a:lnSpc>
              <a:spcBef>
                <a:spcPts val="750"/>
              </a:spcBef>
              <a:spcAft>
                <a:spcPts val="0"/>
              </a:spcAft>
              <a:buSzPts val="1800"/>
              <a:buChar char="•"/>
              <a:defRPr/>
            </a:lvl7pPr>
            <a:lvl8pPr indent="-342900" lvl="7" marL="3657600" algn="l">
              <a:lnSpc>
                <a:spcPct val="100000"/>
              </a:lnSpc>
              <a:spcBef>
                <a:spcPts val="750"/>
              </a:spcBef>
              <a:spcAft>
                <a:spcPts val="0"/>
              </a:spcAft>
              <a:buSzPts val="1800"/>
              <a:buChar char="•"/>
              <a:defRPr/>
            </a:lvl8pPr>
            <a:lvl9pPr indent="-342900" lvl="8" marL="4114800" algn="l">
              <a:lnSpc>
                <a:spcPct val="100000"/>
              </a:lnSpc>
              <a:spcBef>
                <a:spcPts val="750"/>
              </a:spcBef>
              <a:spcAft>
                <a:spcPts val="0"/>
              </a:spcAft>
              <a:buSzPts val="1800"/>
              <a:buChar char="•"/>
              <a:defRPr/>
            </a:lvl9pPr>
          </a:lstStyle>
          <a:p/>
        </p:txBody>
      </p:sp>
      <p:sp>
        <p:nvSpPr>
          <p:cNvPr id="43" name="Google Shape;43;p22"/>
          <p:cNvSpPr txBox="1"/>
          <p:nvPr>
            <p:ph idx="3" type="body"/>
          </p:nvPr>
        </p:nvSpPr>
        <p:spPr>
          <a:xfrm>
            <a:off x="4753737" y="2357438"/>
            <a:ext cx="3190113" cy="194758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750"/>
              </a:spcBef>
              <a:spcAft>
                <a:spcPts val="0"/>
              </a:spcAft>
              <a:buSzPts val="1800"/>
              <a:buChar char="•"/>
              <a:defRPr/>
            </a:lvl1pPr>
            <a:lvl2pPr indent="-342900" lvl="1" marL="914400" algn="l">
              <a:lnSpc>
                <a:spcPct val="100000"/>
              </a:lnSpc>
              <a:spcBef>
                <a:spcPts val="750"/>
              </a:spcBef>
              <a:spcAft>
                <a:spcPts val="0"/>
              </a:spcAft>
              <a:buSzPts val="1800"/>
              <a:buChar char="•"/>
              <a:defRPr/>
            </a:lvl2pPr>
            <a:lvl3pPr indent="-342900" lvl="2" marL="1371600" algn="l">
              <a:lnSpc>
                <a:spcPct val="100000"/>
              </a:lnSpc>
              <a:spcBef>
                <a:spcPts val="750"/>
              </a:spcBef>
              <a:spcAft>
                <a:spcPts val="0"/>
              </a:spcAft>
              <a:buSzPts val="1800"/>
              <a:buChar char="•"/>
              <a:defRPr/>
            </a:lvl3pPr>
            <a:lvl4pPr indent="-342900" lvl="3" marL="1828800" algn="l">
              <a:lnSpc>
                <a:spcPct val="100000"/>
              </a:lnSpc>
              <a:spcBef>
                <a:spcPts val="750"/>
              </a:spcBef>
              <a:spcAft>
                <a:spcPts val="0"/>
              </a:spcAft>
              <a:buSzPts val="1800"/>
              <a:buChar char="•"/>
              <a:defRPr/>
            </a:lvl4pPr>
            <a:lvl5pPr indent="-304800" lvl="4" marL="2286000" algn="l">
              <a:lnSpc>
                <a:spcPct val="100000"/>
              </a:lnSpc>
              <a:spcBef>
                <a:spcPts val="750"/>
              </a:spcBef>
              <a:spcAft>
                <a:spcPts val="0"/>
              </a:spcAft>
              <a:buSzPts val="1200"/>
              <a:buChar char="•"/>
              <a:defRPr/>
            </a:lvl5pPr>
            <a:lvl6pPr indent="-342900" lvl="5" marL="2743200" algn="l">
              <a:lnSpc>
                <a:spcPct val="100000"/>
              </a:lnSpc>
              <a:spcBef>
                <a:spcPts val="750"/>
              </a:spcBef>
              <a:spcAft>
                <a:spcPts val="0"/>
              </a:spcAft>
              <a:buSzPts val="1800"/>
              <a:buChar char="•"/>
              <a:defRPr/>
            </a:lvl6pPr>
            <a:lvl7pPr indent="-342900" lvl="6" marL="3200400" algn="l">
              <a:lnSpc>
                <a:spcPct val="100000"/>
              </a:lnSpc>
              <a:spcBef>
                <a:spcPts val="750"/>
              </a:spcBef>
              <a:spcAft>
                <a:spcPts val="0"/>
              </a:spcAft>
              <a:buSzPts val="1800"/>
              <a:buChar char="•"/>
              <a:defRPr/>
            </a:lvl7pPr>
            <a:lvl8pPr indent="-342900" lvl="7" marL="3657600" algn="l">
              <a:lnSpc>
                <a:spcPct val="100000"/>
              </a:lnSpc>
              <a:spcBef>
                <a:spcPts val="750"/>
              </a:spcBef>
              <a:spcAft>
                <a:spcPts val="0"/>
              </a:spcAft>
              <a:buSzPts val="1800"/>
              <a:buChar char="•"/>
              <a:defRPr/>
            </a:lvl8pPr>
            <a:lvl9pPr indent="-342900" lvl="8" marL="4114800" algn="l">
              <a:lnSpc>
                <a:spcPct val="100000"/>
              </a:lnSpc>
              <a:spcBef>
                <a:spcPts val="750"/>
              </a:spcBef>
              <a:spcAft>
                <a:spcPts val="0"/>
              </a:spcAft>
              <a:buSzPts val="1800"/>
              <a:buChar char="•"/>
              <a:defRPr/>
            </a:lvl9pPr>
          </a:lstStyle>
          <a:p/>
        </p:txBody>
      </p:sp>
      <p:sp>
        <p:nvSpPr>
          <p:cNvPr id="44" name="Google Shape;44;p22"/>
          <p:cNvSpPr txBox="1"/>
          <p:nvPr>
            <p:ph idx="4" type="body"/>
          </p:nvPr>
        </p:nvSpPr>
        <p:spPr>
          <a:xfrm>
            <a:off x="4753737" y="1735075"/>
            <a:ext cx="3202686" cy="528065"/>
          </a:xfrm>
          <a:prstGeom prst="rect">
            <a:avLst/>
          </a:prstGeom>
          <a:noFill/>
          <a:ln>
            <a:noFill/>
          </a:ln>
        </p:spPr>
        <p:txBody>
          <a:bodyPr anchorCtr="1" anchor="b" bIns="45700" lIns="91425" spcFirstLastPara="1" rIns="91425" wrap="square" tIns="45700">
            <a:normAutofit/>
          </a:bodyPr>
          <a:lstStyle>
            <a:lvl1pPr indent="-228600" lvl="0" marL="457200" algn="ctr">
              <a:lnSpc>
                <a:spcPct val="100000"/>
              </a:lnSpc>
              <a:spcBef>
                <a:spcPts val="750"/>
              </a:spcBef>
              <a:spcAft>
                <a:spcPts val="0"/>
              </a:spcAft>
              <a:buSzPts val="1425"/>
              <a:buNone/>
              <a:defRPr b="0" sz="1425" cap="none">
                <a:solidFill>
                  <a:schemeClr val="dk2"/>
                </a:solidFill>
              </a:defRPr>
            </a:lvl1pPr>
            <a:lvl2pPr indent="-228600" lvl="1" marL="914400" algn="l">
              <a:lnSpc>
                <a:spcPct val="100000"/>
              </a:lnSpc>
              <a:spcBef>
                <a:spcPts val="750"/>
              </a:spcBef>
              <a:spcAft>
                <a:spcPts val="0"/>
              </a:spcAft>
              <a:buSzPts val="1425"/>
              <a:buNone/>
              <a:defRPr b="1" sz="1425"/>
            </a:lvl2pPr>
            <a:lvl3pPr indent="-228600" lvl="2" marL="1371600" algn="l">
              <a:lnSpc>
                <a:spcPct val="100000"/>
              </a:lnSpc>
              <a:spcBef>
                <a:spcPts val="750"/>
              </a:spcBef>
              <a:spcAft>
                <a:spcPts val="0"/>
              </a:spcAft>
              <a:buSzPts val="1350"/>
              <a:buNone/>
              <a:defRPr b="1" sz="1350"/>
            </a:lvl3pPr>
            <a:lvl4pPr indent="-228600" lvl="3" marL="1828800" algn="l">
              <a:lnSpc>
                <a:spcPct val="100000"/>
              </a:lnSpc>
              <a:spcBef>
                <a:spcPts val="750"/>
              </a:spcBef>
              <a:spcAft>
                <a:spcPts val="0"/>
              </a:spcAft>
              <a:buSzPts val="1200"/>
              <a:buNone/>
              <a:defRPr b="1" sz="1200"/>
            </a:lvl4pPr>
            <a:lvl5pPr indent="-228600" lvl="4" marL="2286000" algn="l">
              <a:lnSpc>
                <a:spcPct val="100000"/>
              </a:lnSpc>
              <a:spcBef>
                <a:spcPts val="750"/>
              </a:spcBef>
              <a:spcAft>
                <a:spcPts val="0"/>
              </a:spcAft>
              <a:buSzPts val="1200"/>
              <a:buNone/>
              <a:defRPr b="1" sz="1200"/>
            </a:lvl5pPr>
            <a:lvl6pPr indent="-228600" lvl="5" marL="2743200" algn="l">
              <a:lnSpc>
                <a:spcPct val="100000"/>
              </a:lnSpc>
              <a:spcBef>
                <a:spcPts val="750"/>
              </a:spcBef>
              <a:spcAft>
                <a:spcPts val="0"/>
              </a:spcAft>
              <a:buSzPts val="1200"/>
              <a:buNone/>
              <a:defRPr b="1" sz="1200"/>
            </a:lvl6pPr>
            <a:lvl7pPr indent="-228600" lvl="6" marL="3200400" algn="l">
              <a:lnSpc>
                <a:spcPct val="100000"/>
              </a:lnSpc>
              <a:spcBef>
                <a:spcPts val="750"/>
              </a:spcBef>
              <a:spcAft>
                <a:spcPts val="0"/>
              </a:spcAft>
              <a:buSzPts val="1200"/>
              <a:buNone/>
              <a:defRPr b="1" sz="1200"/>
            </a:lvl7pPr>
            <a:lvl8pPr indent="-228600" lvl="7" marL="3657600" algn="l">
              <a:lnSpc>
                <a:spcPct val="100000"/>
              </a:lnSpc>
              <a:spcBef>
                <a:spcPts val="750"/>
              </a:spcBef>
              <a:spcAft>
                <a:spcPts val="0"/>
              </a:spcAft>
              <a:buSzPts val="1200"/>
              <a:buNone/>
              <a:defRPr b="1" sz="1200"/>
            </a:lvl8pPr>
            <a:lvl9pPr indent="-228600" lvl="8" marL="4114800" algn="l">
              <a:lnSpc>
                <a:spcPct val="100000"/>
              </a:lnSpc>
              <a:spcBef>
                <a:spcPts val="750"/>
              </a:spcBef>
              <a:spcAft>
                <a:spcPts val="0"/>
              </a:spcAft>
              <a:buSzPts val="1200"/>
              <a:buNone/>
              <a:defRPr b="1" sz="1200"/>
            </a:lvl9pPr>
          </a:lstStyle>
          <a:p/>
        </p:txBody>
      </p:sp>
      <p:sp>
        <p:nvSpPr>
          <p:cNvPr id="45" name="Google Shape;45;p22"/>
          <p:cNvSpPr txBox="1"/>
          <p:nvPr>
            <p:ph idx="10" type="dt"/>
          </p:nvPr>
        </p:nvSpPr>
        <p:spPr>
          <a:xfrm>
            <a:off x="5866072" y="4679112"/>
            <a:ext cx="2065310" cy="24297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22"/>
          <p:cNvSpPr txBox="1"/>
          <p:nvPr>
            <p:ph idx="11" type="ftr"/>
          </p:nvPr>
        </p:nvSpPr>
        <p:spPr>
          <a:xfrm>
            <a:off x="1200150" y="4677156"/>
            <a:ext cx="4425892" cy="24003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2"/>
          <p:cNvSpPr/>
          <p:nvPr>
            <p:ph idx="12" type="sldNum"/>
          </p:nvPr>
        </p:nvSpPr>
        <p:spPr>
          <a:xfrm>
            <a:off x="8069192" y="4663440"/>
            <a:ext cx="274320" cy="27432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r">
              <a:spcBef>
                <a:spcPts val="0"/>
              </a:spcBef>
              <a:spcAft>
                <a:spcPts val="0"/>
              </a:spcAft>
              <a:buClr>
                <a:srgbClr val="FFFFFF"/>
              </a:buClr>
              <a:buSzPts val="800"/>
              <a:buFont typeface="Gill Sans"/>
              <a:buNone/>
              <a:defRPr/>
            </a:lvl1pPr>
            <a:lvl2pPr indent="0" lvl="1" marL="0" algn="r">
              <a:spcBef>
                <a:spcPts val="0"/>
              </a:spcBef>
              <a:spcAft>
                <a:spcPts val="0"/>
              </a:spcAft>
              <a:buClr>
                <a:srgbClr val="FFFFFF"/>
              </a:buClr>
              <a:buSzPts val="800"/>
              <a:buFont typeface="Gill Sans"/>
              <a:buNone/>
              <a:defRPr/>
            </a:lvl2pPr>
            <a:lvl3pPr indent="0" lvl="2" marL="0" algn="r">
              <a:spcBef>
                <a:spcPts val="0"/>
              </a:spcBef>
              <a:spcAft>
                <a:spcPts val="0"/>
              </a:spcAft>
              <a:buClr>
                <a:srgbClr val="FFFFFF"/>
              </a:buClr>
              <a:buSzPts val="800"/>
              <a:buFont typeface="Gill Sans"/>
              <a:buNone/>
              <a:defRPr/>
            </a:lvl3pPr>
            <a:lvl4pPr indent="0" lvl="3" marL="0" algn="r">
              <a:spcBef>
                <a:spcPts val="0"/>
              </a:spcBef>
              <a:spcAft>
                <a:spcPts val="0"/>
              </a:spcAft>
              <a:buClr>
                <a:srgbClr val="FFFFFF"/>
              </a:buClr>
              <a:buSzPts val="800"/>
              <a:buFont typeface="Gill Sans"/>
              <a:buNone/>
              <a:defRPr/>
            </a:lvl4pPr>
            <a:lvl5pPr indent="0" lvl="4" marL="0" algn="r">
              <a:spcBef>
                <a:spcPts val="0"/>
              </a:spcBef>
              <a:spcAft>
                <a:spcPts val="0"/>
              </a:spcAft>
              <a:buClr>
                <a:srgbClr val="FFFFFF"/>
              </a:buClr>
              <a:buSzPts val="800"/>
              <a:buFont typeface="Gill Sans"/>
              <a:buNone/>
              <a:defRPr/>
            </a:lvl5pPr>
            <a:lvl6pPr indent="0" lvl="5" marL="0" algn="r">
              <a:spcBef>
                <a:spcPts val="0"/>
              </a:spcBef>
              <a:spcAft>
                <a:spcPts val="0"/>
              </a:spcAft>
              <a:buClr>
                <a:srgbClr val="FFFFFF"/>
              </a:buClr>
              <a:buSzPts val="800"/>
              <a:buFont typeface="Gill Sans"/>
              <a:buNone/>
              <a:defRPr/>
            </a:lvl6pPr>
            <a:lvl7pPr indent="0" lvl="6" marL="0" algn="r">
              <a:spcBef>
                <a:spcPts val="0"/>
              </a:spcBef>
              <a:spcAft>
                <a:spcPts val="0"/>
              </a:spcAft>
              <a:buClr>
                <a:srgbClr val="FFFFFF"/>
              </a:buClr>
              <a:buSzPts val="800"/>
              <a:buFont typeface="Gill Sans"/>
              <a:buNone/>
              <a:defRPr/>
            </a:lvl7pPr>
            <a:lvl8pPr indent="0" lvl="7" marL="0" algn="r">
              <a:spcBef>
                <a:spcPts val="0"/>
              </a:spcBef>
              <a:spcAft>
                <a:spcPts val="0"/>
              </a:spcAft>
              <a:buClr>
                <a:srgbClr val="FFFFFF"/>
              </a:buClr>
              <a:buSzPts val="800"/>
              <a:buFont typeface="Gill Sans"/>
              <a:buNone/>
              <a:defRPr/>
            </a:lvl8pPr>
            <a:lvl9pPr indent="0" lvl="8" marL="0" algn="r">
              <a:spcBef>
                <a:spcPts val="0"/>
              </a:spcBef>
              <a:spcAft>
                <a:spcPts val="0"/>
              </a:spcAft>
              <a:buClr>
                <a:srgbClr val="FFFFFF"/>
              </a:buClr>
              <a:buSzPts val="800"/>
              <a:buFont typeface="Gill Sans"/>
              <a:buNone/>
              <a:defRPr/>
            </a:lvl9pPr>
          </a:lstStyle>
          <a:p>
            <a:pPr indent="0" lvl="0" marL="0" rtl="0" algn="r">
              <a:spcBef>
                <a:spcPts val="0"/>
              </a:spcBef>
              <a:spcAft>
                <a:spcPts val="0"/>
              </a:spcAft>
              <a:buNone/>
            </a:pPr>
            <a:fld id="{00000000-1234-1234-1234-123412341234}" type="slidenum">
              <a:rPr lang="en-US"/>
              <a:t>‹#›</a:t>
            </a:fld>
            <a:endParaRPr/>
          </a:p>
        </p:txBody>
      </p:sp>
      <p:sp>
        <p:nvSpPr>
          <p:cNvPr id="48" name="Google Shape;48;p22"/>
          <p:cNvSpPr txBox="1"/>
          <p:nvPr>
            <p:ph type="title"/>
          </p:nvPr>
        </p:nvSpPr>
        <p:spPr>
          <a:xfrm>
            <a:off x="1673352" y="723519"/>
            <a:ext cx="5797296" cy="89154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3"/>
          <p:cNvSpPr txBox="1"/>
          <p:nvPr>
            <p:ph type="title"/>
          </p:nvPr>
        </p:nvSpPr>
        <p:spPr>
          <a:xfrm>
            <a:off x="1673352" y="723519"/>
            <a:ext cx="5797296" cy="89154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3"/>
          <p:cNvSpPr txBox="1"/>
          <p:nvPr>
            <p:ph idx="10" type="dt"/>
          </p:nvPr>
        </p:nvSpPr>
        <p:spPr>
          <a:xfrm>
            <a:off x="5866072" y="4679112"/>
            <a:ext cx="2065310" cy="24297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3"/>
          <p:cNvSpPr txBox="1"/>
          <p:nvPr>
            <p:ph idx="11" type="ftr"/>
          </p:nvPr>
        </p:nvSpPr>
        <p:spPr>
          <a:xfrm>
            <a:off x="1200150" y="4677156"/>
            <a:ext cx="4425892" cy="24003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3"/>
          <p:cNvSpPr/>
          <p:nvPr>
            <p:ph idx="12" type="sldNum"/>
          </p:nvPr>
        </p:nvSpPr>
        <p:spPr>
          <a:xfrm>
            <a:off x="8069192" y="4663440"/>
            <a:ext cx="274320" cy="27432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r">
              <a:spcBef>
                <a:spcPts val="0"/>
              </a:spcBef>
              <a:spcAft>
                <a:spcPts val="0"/>
              </a:spcAft>
              <a:buClr>
                <a:srgbClr val="FFFFFF"/>
              </a:buClr>
              <a:buSzPts val="800"/>
              <a:buFont typeface="Gill Sans"/>
              <a:buNone/>
              <a:defRPr/>
            </a:lvl1pPr>
            <a:lvl2pPr indent="0" lvl="1" marL="0" algn="r">
              <a:spcBef>
                <a:spcPts val="0"/>
              </a:spcBef>
              <a:spcAft>
                <a:spcPts val="0"/>
              </a:spcAft>
              <a:buClr>
                <a:srgbClr val="FFFFFF"/>
              </a:buClr>
              <a:buSzPts val="800"/>
              <a:buFont typeface="Gill Sans"/>
              <a:buNone/>
              <a:defRPr/>
            </a:lvl2pPr>
            <a:lvl3pPr indent="0" lvl="2" marL="0" algn="r">
              <a:spcBef>
                <a:spcPts val="0"/>
              </a:spcBef>
              <a:spcAft>
                <a:spcPts val="0"/>
              </a:spcAft>
              <a:buClr>
                <a:srgbClr val="FFFFFF"/>
              </a:buClr>
              <a:buSzPts val="800"/>
              <a:buFont typeface="Gill Sans"/>
              <a:buNone/>
              <a:defRPr/>
            </a:lvl3pPr>
            <a:lvl4pPr indent="0" lvl="3" marL="0" algn="r">
              <a:spcBef>
                <a:spcPts val="0"/>
              </a:spcBef>
              <a:spcAft>
                <a:spcPts val="0"/>
              </a:spcAft>
              <a:buClr>
                <a:srgbClr val="FFFFFF"/>
              </a:buClr>
              <a:buSzPts val="800"/>
              <a:buFont typeface="Gill Sans"/>
              <a:buNone/>
              <a:defRPr/>
            </a:lvl4pPr>
            <a:lvl5pPr indent="0" lvl="4" marL="0" algn="r">
              <a:spcBef>
                <a:spcPts val="0"/>
              </a:spcBef>
              <a:spcAft>
                <a:spcPts val="0"/>
              </a:spcAft>
              <a:buClr>
                <a:srgbClr val="FFFFFF"/>
              </a:buClr>
              <a:buSzPts val="800"/>
              <a:buFont typeface="Gill Sans"/>
              <a:buNone/>
              <a:defRPr/>
            </a:lvl5pPr>
            <a:lvl6pPr indent="0" lvl="5" marL="0" algn="r">
              <a:spcBef>
                <a:spcPts val="0"/>
              </a:spcBef>
              <a:spcAft>
                <a:spcPts val="0"/>
              </a:spcAft>
              <a:buClr>
                <a:srgbClr val="FFFFFF"/>
              </a:buClr>
              <a:buSzPts val="800"/>
              <a:buFont typeface="Gill Sans"/>
              <a:buNone/>
              <a:defRPr/>
            </a:lvl6pPr>
            <a:lvl7pPr indent="0" lvl="6" marL="0" algn="r">
              <a:spcBef>
                <a:spcPts val="0"/>
              </a:spcBef>
              <a:spcAft>
                <a:spcPts val="0"/>
              </a:spcAft>
              <a:buClr>
                <a:srgbClr val="FFFFFF"/>
              </a:buClr>
              <a:buSzPts val="800"/>
              <a:buFont typeface="Gill Sans"/>
              <a:buNone/>
              <a:defRPr/>
            </a:lvl7pPr>
            <a:lvl8pPr indent="0" lvl="7" marL="0" algn="r">
              <a:spcBef>
                <a:spcPts val="0"/>
              </a:spcBef>
              <a:spcAft>
                <a:spcPts val="0"/>
              </a:spcAft>
              <a:buClr>
                <a:srgbClr val="FFFFFF"/>
              </a:buClr>
              <a:buSzPts val="800"/>
              <a:buFont typeface="Gill Sans"/>
              <a:buNone/>
              <a:defRPr/>
            </a:lvl8pPr>
            <a:lvl9pPr indent="0" lvl="8" marL="0" algn="r">
              <a:spcBef>
                <a:spcPts val="0"/>
              </a:spcBef>
              <a:spcAft>
                <a:spcPts val="0"/>
              </a:spcAft>
              <a:buClr>
                <a:srgbClr val="FFFFFF"/>
              </a:buClr>
              <a:buSzPts val="800"/>
              <a:buFont typeface="Gill Sans"/>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4"/>
          <p:cNvSpPr txBox="1"/>
          <p:nvPr>
            <p:ph idx="10" type="dt"/>
          </p:nvPr>
        </p:nvSpPr>
        <p:spPr>
          <a:xfrm>
            <a:off x="5866072" y="4679112"/>
            <a:ext cx="2065310" cy="24297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4"/>
          <p:cNvSpPr txBox="1"/>
          <p:nvPr>
            <p:ph idx="11" type="ftr"/>
          </p:nvPr>
        </p:nvSpPr>
        <p:spPr>
          <a:xfrm>
            <a:off x="1200150" y="4677156"/>
            <a:ext cx="4425892" cy="24003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4"/>
          <p:cNvSpPr/>
          <p:nvPr>
            <p:ph idx="12" type="sldNum"/>
          </p:nvPr>
        </p:nvSpPr>
        <p:spPr>
          <a:xfrm>
            <a:off x="8069192" y="4663440"/>
            <a:ext cx="274320" cy="27432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r">
              <a:spcBef>
                <a:spcPts val="0"/>
              </a:spcBef>
              <a:spcAft>
                <a:spcPts val="0"/>
              </a:spcAft>
              <a:buClr>
                <a:srgbClr val="FFFFFF"/>
              </a:buClr>
              <a:buSzPts val="800"/>
              <a:buFont typeface="Gill Sans"/>
              <a:buNone/>
              <a:defRPr/>
            </a:lvl1pPr>
            <a:lvl2pPr indent="0" lvl="1" marL="0" algn="r">
              <a:spcBef>
                <a:spcPts val="0"/>
              </a:spcBef>
              <a:spcAft>
                <a:spcPts val="0"/>
              </a:spcAft>
              <a:buClr>
                <a:srgbClr val="FFFFFF"/>
              </a:buClr>
              <a:buSzPts val="800"/>
              <a:buFont typeface="Gill Sans"/>
              <a:buNone/>
              <a:defRPr/>
            </a:lvl2pPr>
            <a:lvl3pPr indent="0" lvl="2" marL="0" algn="r">
              <a:spcBef>
                <a:spcPts val="0"/>
              </a:spcBef>
              <a:spcAft>
                <a:spcPts val="0"/>
              </a:spcAft>
              <a:buClr>
                <a:srgbClr val="FFFFFF"/>
              </a:buClr>
              <a:buSzPts val="800"/>
              <a:buFont typeface="Gill Sans"/>
              <a:buNone/>
              <a:defRPr/>
            </a:lvl3pPr>
            <a:lvl4pPr indent="0" lvl="3" marL="0" algn="r">
              <a:spcBef>
                <a:spcPts val="0"/>
              </a:spcBef>
              <a:spcAft>
                <a:spcPts val="0"/>
              </a:spcAft>
              <a:buClr>
                <a:srgbClr val="FFFFFF"/>
              </a:buClr>
              <a:buSzPts val="800"/>
              <a:buFont typeface="Gill Sans"/>
              <a:buNone/>
              <a:defRPr/>
            </a:lvl4pPr>
            <a:lvl5pPr indent="0" lvl="4" marL="0" algn="r">
              <a:spcBef>
                <a:spcPts val="0"/>
              </a:spcBef>
              <a:spcAft>
                <a:spcPts val="0"/>
              </a:spcAft>
              <a:buClr>
                <a:srgbClr val="FFFFFF"/>
              </a:buClr>
              <a:buSzPts val="800"/>
              <a:buFont typeface="Gill Sans"/>
              <a:buNone/>
              <a:defRPr/>
            </a:lvl5pPr>
            <a:lvl6pPr indent="0" lvl="5" marL="0" algn="r">
              <a:spcBef>
                <a:spcPts val="0"/>
              </a:spcBef>
              <a:spcAft>
                <a:spcPts val="0"/>
              </a:spcAft>
              <a:buClr>
                <a:srgbClr val="FFFFFF"/>
              </a:buClr>
              <a:buSzPts val="800"/>
              <a:buFont typeface="Gill Sans"/>
              <a:buNone/>
              <a:defRPr/>
            </a:lvl6pPr>
            <a:lvl7pPr indent="0" lvl="6" marL="0" algn="r">
              <a:spcBef>
                <a:spcPts val="0"/>
              </a:spcBef>
              <a:spcAft>
                <a:spcPts val="0"/>
              </a:spcAft>
              <a:buClr>
                <a:srgbClr val="FFFFFF"/>
              </a:buClr>
              <a:buSzPts val="800"/>
              <a:buFont typeface="Gill Sans"/>
              <a:buNone/>
              <a:defRPr/>
            </a:lvl7pPr>
            <a:lvl8pPr indent="0" lvl="7" marL="0" algn="r">
              <a:spcBef>
                <a:spcPts val="0"/>
              </a:spcBef>
              <a:spcAft>
                <a:spcPts val="0"/>
              </a:spcAft>
              <a:buClr>
                <a:srgbClr val="FFFFFF"/>
              </a:buClr>
              <a:buSzPts val="800"/>
              <a:buFont typeface="Gill Sans"/>
              <a:buNone/>
              <a:defRPr/>
            </a:lvl8pPr>
            <a:lvl9pPr indent="0" lvl="8" marL="0" algn="r">
              <a:spcBef>
                <a:spcPts val="0"/>
              </a:spcBef>
              <a:spcAft>
                <a:spcPts val="0"/>
              </a:spcAft>
              <a:buClr>
                <a:srgbClr val="FFFFFF"/>
              </a:buClr>
              <a:buSzPts val="800"/>
              <a:buFont typeface="Gill Sans"/>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
          <p:cNvSpPr/>
          <p:nvPr/>
        </p:nvSpPr>
        <p:spPr>
          <a:xfrm>
            <a:off x="4572000" y="0"/>
            <a:ext cx="4572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25"/>
          <p:cNvSpPr txBox="1"/>
          <p:nvPr>
            <p:ph type="title"/>
          </p:nvPr>
        </p:nvSpPr>
        <p:spPr>
          <a:xfrm>
            <a:off x="603504" y="1682871"/>
            <a:ext cx="3364992" cy="856123"/>
          </a:xfrm>
          <a:prstGeom prst="rect">
            <a:avLst/>
          </a:prstGeom>
          <a:solidFill>
            <a:srgbClr val="FFFFFF"/>
          </a:solidFill>
          <a:ln cap="flat" cmpd="sng" w="9525">
            <a:solidFill>
              <a:srgbClr val="404040"/>
            </a:solidFill>
            <a:prstDash val="solid"/>
            <a:round/>
            <a:headEnd len="sm" w="sm" type="none"/>
            <a:tailEnd len="sm" w="sm" type="none"/>
          </a:ln>
        </p:spPr>
        <p:txBody>
          <a:bodyPr anchorCtr="1" anchor="ctr" bIns="182875" lIns="182875" spcFirstLastPara="1" rIns="182875" wrap="square" tIns="182875">
            <a:normAutofit/>
          </a:bodyPr>
          <a:lstStyle>
            <a:lvl1pPr lvl="0" algn="ctr">
              <a:lnSpc>
                <a:spcPct val="90000"/>
              </a:lnSpc>
              <a:spcBef>
                <a:spcPts val="0"/>
              </a:spcBef>
              <a:spcAft>
                <a:spcPts val="0"/>
              </a:spcAft>
              <a:buClr>
                <a:srgbClr val="262626"/>
              </a:buClr>
              <a:buSzPts val="1650"/>
              <a:buFont typeface="Gill Sans"/>
              <a:buNone/>
              <a:defRPr sz="165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1" name="Google Shape;61;p25"/>
          <p:cNvSpPr txBox="1"/>
          <p:nvPr>
            <p:ph idx="1" type="body"/>
          </p:nvPr>
        </p:nvSpPr>
        <p:spPr>
          <a:xfrm>
            <a:off x="5052060" y="603504"/>
            <a:ext cx="3611880" cy="3936492"/>
          </a:xfrm>
          <a:prstGeom prst="rect">
            <a:avLst/>
          </a:prstGeom>
          <a:noFill/>
          <a:ln>
            <a:noFill/>
          </a:ln>
        </p:spPr>
        <p:txBody>
          <a:bodyPr anchorCtr="0" anchor="t" bIns="45700" lIns="91425" spcFirstLastPara="1" rIns="91425" wrap="square" tIns="45700">
            <a:normAutofit/>
          </a:bodyPr>
          <a:lstStyle>
            <a:lvl1pPr indent="-319087" lvl="0" marL="457200" algn="l">
              <a:lnSpc>
                <a:spcPct val="100000"/>
              </a:lnSpc>
              <a:spcBef>
                <a:spcPts val="750"/>
              </a:spcBef>
              <a:spcAft>
                <a:spcPts val="0"/>
              </a:spcAft>
              <a:buSzPts val="1425"/>
              <a:buChar char="•"/>
              <a:defRPr sz="1425">
                <a:solidFill>
                  <a:schemeClr val="dk1"/>
                </a:solidFill>
              </a:defRPr>
            </a:lvl1pPr>
            <a:lvl2pPr indent="-304800" lvl="1" marL="914400" algn="l">
              <a:lnSpc>
                <a:spcPct val="100000"/>
              </a:lnSpc>
              <a:spcBef>
                <a:spcPts val="750"/>
              </a:spcBef>
              <a:spcAft>
                <a:spcPts val="0"/>
              </a:spcAft>
              <a:buSzPts val="1200"/>
              <a:buChar char="•"/>
              <a:defRPr sz="1200">
                <a:solidFill>
                  <a:schemeClr val="dk1"/>
                </a:solidFill>
              </a:defRPr>
            </a:lvl2pPr>
            <a:lvl3pPr indent="-304800" lvl="2" marL="1371600" algn="l">
              <a:lnSpc>
                <a:spcPct val="100000"/>
              </a:lnSpc>
              <a:spcBef>
                <a:spcPts val="750"/>
              </a:spcBef>
              <a:spcAft>
                <a:spcPts val="0"/>
              </a:spcAft>
              <a:buSzPts val="1200"/>
              <a:buChar char="•"/>
              <a:defRPr sz="1200">
                <a:solidFill>
                  <a:schemeClr val="dk1"/>
                </a:solidFill>
              </a:defRPr>
            </a:lvl3pPr>
            <a:lvl4pPr indent="-304800" lvl="3" marL="1828800" algn="l">
              <a:lnSpc>
                <a:spcPct val="100000"/>
              </a:lnSpc>
              <a:spcBef>
                <a:spcPts val="750"/>
              </a:spcBef>
              <a:spcAft>
                <a:spcPts val="0"/>
              </a:spcAft>
              <a:buSzPts val="1200"/>
              <a:buChar char="•"/>
              <a:defRPr sz="1200">
                <a:solidFill>
                  <a:schemeClr val="dk1"/>
                </a:solidFill>
              </a:defRPr>
            </a:lvl4pPr>
            <a:lvl5pPr indent="-304800" lvl="4" marL="2286000" algn="l">
              <a:lnSpc>
                <a:spcPct val="100000"/>
              </a:lnSpc>
              <a:spcBef>
                <a:spcPts val="750"/>
              </a:spcBef>
              <a:spcAft>
                <a:spcPts val="0"/>
              </a:spcAft>
              <a:buSzPts val="1200"/>
              <a:buChar char="•"/>
              <a:defRPr sz="1200">
                <a:solidFill>
                  <a:schemeClr val="dk1"/>
                </a:solidFill>
              </a:defRPr>
            </a:lvl5pPr>
            <a:lvl6pPr indent="-304800" lvl="5" marL="2743200" algn="l">
              <a:lnSpc>
                <a:spcPct val="100000"/>
              </a:lnSpc>
              <a:spcBef>
                <a:spcPts val="750"/>
              </a:spcBef>
              <a:spcAft>
                <a:spcPts val="0"/>
              </a:spcAft>
              <a:buSzPts val="1200"/>
              <a:buChar char="•"/>
              <a:defRPr sz="1200"/>
            </a:lvl6pPr>
            <a:lvl7pPr indent="-304800" lvl="6" marL="3200400" algn="l">
              <a:lnSpc>
                <a:spcPct val="100000"/>
              </a:lnSpc>
              <a:spcBef>
                <a:spcPts val="750"/>
              </a:spcBef>
              <a:spcAft>
                <a:spcPts val="0"/>
              </a:spcAft>
              <a:buSzPts val="1200"/>
              <a:buChar char="•"/>
              <a:defRPr sz="1200"/>
            </a:lvl7pPr>
            <a:lvl8pPr indent="-304800" lvl="7" marL="3657600" algn="l">
              <a:lnSpc>
                <a:spcPct val="100000"/>
              </a:lnSpc>
              <a:spcBef>
                <a:spcPts val="750"/>
              </a:spcBef>
              <a:spcAft>
                <a:spcPts val="0"/>
              </a:spcAft>
              <a:buSzPts val="1200"/>
              <a:buChar char="•"/>
              <a:defRPr sz="1200"/>
            </a:lvl8pPr>
            <a:lvl9pPr indent="-304800" lvl="8" marL="4114800" algn="l">
              <a:lnSpc>
                <a:spcPct val="100000"/>
              </a:lnSpc>
              <a:spcBef>
                <a:spcPts val="750"/>
              </a:spcBef>
              <a:spcAft>
                <a:spcPts val="0"/>
              </a:spcAft>
              <a:buSzPts val="1200"/>
              <a:buChar char="•"/>
              <a:defRPr sz="1200"/>
            </a:lvl9pPr>
          </a:lstStyle>
          <a:p/>
        </p:txBody>
      </p:sp>
      <p:sp>
        <p:nvSpPr>
          <p:cNvPr id="62" name="Google Shape;62;p25"/>
          <p:cNvSpPr txBox="1"/>
          <p:nvPr>
            <p:ph idx="2" type="body"/>
          </p:nvPr>
        </p:nvSpPr>
        <p:spPr>
          <a:xfrm>
            <a:off x="836676" y="2662439"/>
            <a:ext cx="2846070" cy="1645527"/>
          </a:xfrm>
          <a:prstGeom prst="rect">
            <a:avLst/>
          </a:prstGeom>
          <a:noFill/>
          <a:ln>
            <a:noFill/>
          </a:ln>
        </p:spPr>
        <p:txBody>
          <a:bodyPr anchorCtr="1" anchor="t" bIns="45700" lIns="91425" spcFirstLastPara="1" rIns="91425" wrap="square" tIns="45700">
            <a:normAutofit/>
          </a:bodyPr>
          <a:lstStyle>
            <a:lvl1pPr indent="-228600" lvl="0" marL="457200" algn="ctr">
              <a:lnSpc>
                <a:spcPct val="100000"/>
              </a:lnSpc>
              <a:spcBef>
                <a:spcPts val="750"/>
              </a:spcBef>
              <a:spcAft>
                <a:spcPts val="0"/>
              </a:spcAft>
              <a:buSzPts val="1125"/>
              <a:buNone/>
              <a:defRPr sz="1125">
                <a:solidFill>
                  <a:schemeClr val="dk1"/>
                </a:solidFill>
              </a:defRPr>
            </a:lvl1pPr>
            <a:lvl2pPr indent="-228600" lvl="1" marL="914400" algn="l">
              <a:lnSpc>
                <a:spcPct val="100000"/>
              </a:lnSpc>
              <a:spcBef>
                <a:spcPts val="750"/>
              </a:spcBef>
              <a:spcAft>
                <a:spcPts val="0"/>
              </a:spcAft>
              <a:buSzPts val="1050"/>
              <a:buNone/>
              <a:defRPr sz="1050"/>
            </a:lvl2pPr>
            <a:lvl3pPr indent="-228600" lvl="2" marL="1371600" algn="l">
              <a:lnSpc>
                <a:spcPct val="100000"/>
              </a:lnSpc>
              <a:spcBef>
                <a:spcPts val="750"/>
              </a:spcBef>
              <a:spcAft>
                <a:spcPts val="0"/>
              </a:spcAft>
              <a:buSzPts val="900"/>
              <a:buNone/>
              <a:defRPr sz="900"/>
            </a:lvl3pPr>
            <a:lvl4pPr indent="-228600" lvl="3" marL="1828800" algn="l">
              <a:lnSpc>
                <a:spcPct val="100000"/>
              </a:lnSpc>
              <a:spcBef>
                <a:spcPts val="750"/>
              </a:spcBef>
              <a:spcAft>
                <a:spcPts val="0"/>
              </a:spcAft>
              <a:buSzPts val="750"/>
              <a:buNone/>
              <a:defRPr sz="750"/>
            </a:lvl4pPr>
            <a:lvl5pPr indent="-228600" lvl="4" marL="2286000" algn="l">
              <a:lnSpc>
                <a:spcPct val="100000"/>
              </a:lnSpc>
              <a:spcBef>
                <a:spcPts val="750"/>
              </a:spcBef>
              <a:spcAft>
                <a:spcPts val="0"/>
              </a:spcAft>
              <a:buSzPts val="750"/>
              <a:buNone/>
              <a:defRPr sz="750"/>
            </a:lvl5pPr>
            <a:lvl6pPr indent="-228600" lvl="5" marL="2743200" algn="l">
              <a:lnSpc>
                <a:spcPct val="100000"/>
              </a:lnSpc>
              <a:spcBef>
                <a:spcPts val="750"/>
              </a:spcBef>
              <a:spcAft>
                <a:spcPts val="0"/>
              </a:spcAft>
              <a:buSzPts val="750"/>
              <a:buNone/>
              <a:defRPr sz="750"/>
            </a:lvl6pPr>
            <a:lvl7pPr indent="-228600" lvl="6" marL="3200400" algn="l">
              <a:lnSpc>
                <a:spcPct val="100000"/>
              </a:lnSpc>
              <a:spcBef>
                <a:spcPts val="750"/>
              </a:spcBef>
              <a:spcAft>
                <a:spcPts val="0"/>
              </a:spcAft>
              <a:buSzPts val="750"/>
              <a:buNone/>
              <a:defRPr sz="750"/>
            </a:lvl7pPr>
            <a:lvl8pPr indent="-228600" lvl="7" marL="3657600" algn="l">
              <a:lnSpc>
                <a:spcPct val="100000"/>
              </a:lnSpc>
              <a:spcBef>
                <a:spcPts val="750"/>
              </a:spcBef>
              <a:spcAft>
                <a:spcPts val="0"/>
              </a:spcAft>
              <a:buSzPts val="750"/>
              <a:buNone/>
              <a:defRPr sz="750"/>
            </a:lvl8pPr>
            <a:lvl9pPr indent="-228600" lvl="8" marL="4114800" algn="l">
              <a:lnSpc>
                <a:spcPct val="100000"/>
              </a:lnSpc>
              <a:spcBef>
                <a:spcPts val="750"/>
              </a:spcBef>
              <a:spcAft>
                <a:spcPts val="0"/>
              </a:spcAft>
              <a:buSzPts val="750"/>
              <a:buNone/>
              <a:defRPr sz="750"/>
            </a:lvl9pPr>
          </a:lstStyle>
          <a:p/>
        </p:txBody>
      </p:sp>
      <p:sp>
        <p:nvSpPr>
          <p:cNvPr id="63" name="Google Shape;63;p25"/>
          <p:cNvSpPr txBox="1"/>
          <p:nvPr>
            <p:ph idx="10" type="dt"/>
          </p:nvPr>
        </p:nvSpPr>
        <p:spPr>
          <a:xfrm>
            <a:off x="5866072" y="4679112"/>
            <a:ext cx="2065310" cy="24297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5"/>
          <p:cNvSpPr txBox="1"/>
          <p:nvPr>
            <p:ph idx="11" type="ftr"/>
          </p:nvPr>
        </p:nvSpPr>
        <p:spPr>
          <a:xfrm>
            <a:off x="603504" y="4677156"/>
            <a:ext cx="3843598" cy="24003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5"/>
          <p:cNvSpPr/>
          <p:nvPr>
            <p:ph idx="12" type="sldNum"/>
          </p:nvPr>
        </p:nvSpPr>
        <p:spPr>
          <a:xfrm>
            <a:off x="8069192" y="4663440"/>
            <a:ext cx="274320" cy="27432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r">
              <a:spcBef>
                <a:spcPts val="0"/>
              </a:spcBef>
              <a:spcAft>
                <a:spcPts val="0"/>
              </a:spcAft>
              <a:buClr>
                <a:srgbClr val="FFFFFF"/>
              </a:buClr>
              <a:buSzPts val="800"/>
              <a:buFont typeface="Gill Sans"/>
              <a:buNone/>
              <a:defRPr/>
            </a:lvl1pPr>
            <a:lvl2pPr indent="0" lvl="1" marL="0" algn="r">
              <a:spcBef>
                <a:spcPts val="0"/>
              </a:spcBef>
              <a:spcAft>
                <a:spcPts val="0"/>
              </a:spcAft>
              <a:buClr>
                <a:srgbClr val="FFFFFF"/>
              </a:buClr>
              <a:buSzPts val="800"/>
              <a:buFont typeface="Gill Sans"/>
              <a:buNone/>
              <a:defRPr/>
            </a:lvl2pPr>
            <a:lvl3pPr indent="0" lvl="2" marL="0" algn="r">
              <a:spcBef>
                <a:spcPts val="0"/>
              </a:spcBef>
              <a:spcAft>
                <a:spcPts val="0"/>
              </a:spcAft>
              <a:buClr>
                <a:srgbClr val="FFFFFF"/>
              </a:buClr>
              <a:buSzPts val="800"/>
              <a:buFont typeface="Gill Sans"/>
              <a:buNone/>
              <a:defRPr/>
            </a:lvl3pPr>
            <a:lvl4pPr indent="0" lvl="3" marL="0" algn="r">
              <a:spcBef>
                <a:spcPts val="0"/>
              </a:spcBef>
              <a:spcAft>
                <a:spcPts val="0"/>
              </a:spcAft>
              <a:buClr>
                <a:srgbClr val="FFFFFF"/>
              </a:buClr>
              <a:buSzPts val="800"/>
              <a:buFont typeface="Gill Sans"/>
              <a:buNone/>
              <a:defRPr/>
            </a:lvl4pPr>
            <a:lvl5pPr indent="0" lvl="4" marL="0" algn="r">
              <a:spcBef>
                <a:spcPts val="0"/>
              </a:spcBef>
              <a:spcAft>
                <a:spcPts val="0"/>
              </a:spcAft>
              <a:buClr>
                <a:srgbClr val="FFFFFF"/>
              </a:buClr>
              <a:buSzPts val="800"/>
              <a:buFont typeface="Gill Sans"/>
              <a:buNone/>
              <a:defRPr/>
            </a:lvl5pPr>
            <a:lvl6pPr indent="0" lvl="5" marL="0" algn="r">
              <a:spcBef>
                <a:spcPts val="0"/>
              </a:spcBef>
              <a:spcAft>
                <a:spcPts val="0"/>
              </a:spcAft>
              <a:buClr>
                <a:srgbClr val="FFFFFF"/>
              </a:buClr>
              <a:buSzPts val="800"/>
              <a:buFont typeface="Gill Sans"/>
              <a:buNone/>
              <a:defRPr/>
            </a:lvl6pPr>
            <a:lvl7pPr indent="0" lvl="6" marL="0" algn="r">
              <a:spcBef>
                <a:spcPts val="0"/>
              </a:spcBef>
              <a:spcAft>
                <a:spcPts val="0"/>
              </a:spcAft>
              <a:buClr>
                <a:srgbClr val="FFFFFF"/>
              </a:buClr>
              <a:buSzPts val="800"/>
              <a:buFont typeface="Gill Sans"/>
              <a:buNone/>
              <a:defRPr/>
            </a:lvl7pPr>
            <a:lvl8pPr indent="0" lvl="7" marL="0" algn="r">
              <a:spcBef>
                <a:spcPts val="0"/>
              </a:spcBef>
              <a:spcAft>
                <a:spcPts val="0"/>
              </a:spcAft>
              <a:buClr>
                <a:srgbClr val="FFFFFF"/>
              </a:buClr>
              <a:buSzPts val="800"/>
              <a:buFont typeface="Gill Sans"/>
              <a:buNone/>
              <a:defRPr/>
            </a:lvl8pPr>
            <a:lvl9pPr indent="0" lvl="8" marL="0" algn="r">
              <a:spcBef>
                <a:spcPts val="0"/>
              </a:spcBef>
              <a:spcAft>
                <a:spcPts val="0"/>
              </a:spcAft>
              <a:buClr>
                <a:srgbClr val="FFFFFF"/>
              </a:buClr>
              <a:buSzPts val="800"/>
              <a:buFont typeface="Gill Sans"/>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6" name="Shape 66"/>
        <p:cNvGrpSpPr/>
        <p:nvPr/>
      </p:nvGrpSpPr>
      <p:grpSpPr>
        <a:xfrm>
          <a:off x="0" y="0"/>
          <a:ext cx="0" cy="0"/>
          <a:chOff x="0" y="0"/>
          <a:chExt cx="0" cy="0"/>
        </a:xfrm>
      </p:grpSpPr>
      <p:sp>
        <p:nvSpPr>
          <p:cNvPr id="67" name="Google Shape;67;p26"/>
          <p:cNvSpPr txBox="1"/>
          <p:nvPr>
            <p:ph type="title"/>
          </p:nvPr>
        </p:nvSpPr>
        <p:spPr>
          <a:xfrm>
            <a:off x="606392" y="1682871"/>
            <a:ext cx="3371249" cy="850980"/>
          </a:xfrm>
          <a:prstGeom prst="rect">
            <a:avLst/>
          </a:prstGeom>
          <a:solidFill>
            <a:srgbClr val="FFFFFF"/>
          </a:solidFill>
          <a:ln cap="flat" cmpd="sng" w="9525">
            <a:solidFill>
              <a:srgbClr val="404040"/>
            </a:solidFill>
            <a:prstDash val="solid"/>
            <a:round/>
            <a:headEnd len="sm" w="sm" type="none"/>
            <a:tailEnd len="sm" w="sm" type="none"/>
          </a:ln>
        </p:spPr>
        <p:txBody>
          <a:bodyPr anchorCtr="1" anchor="ctr" bIns="182875" lIns="182875" spcFirstLastPara="1" rIns="182875" wrap="square" tIns="182875">
            <a:noAutofit/>
          </a:bodyPr>
          <a:lstStyle>
            <a:lvl1pPr lvl="0" algn="ctr">
              <a:lnSpc>
                <a:spcPct val="90000"/>
              </a:lnSpc>
              <a:spcBef>
                <a:spcPts val="0"/>
              </a:spcBef>
              <a:spcAft>
                <a:spcPts val="0"/>
              </a:spcAft>
              <a:buClr>
                <a:srgbClr val="262626"/>
              </a:buClr>
              <a:buSzPts val="1650"/>
              <a:buFont typeface="Gill Sans"/>
              <a:buNone/>
              <a:defRPr sz="165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26"/>
          <p:cNvSpPr/>
          <p:nvPr>
            <p:ph idx="2" type="pic"/>
          </p:nvPr>
        </p:nvSpPr>
        <p:spPr>
          <a:xfrm>
            <a:off x="4572000" y="0"/>
            <a:ext cx="4576573" cy="5143500"/>
          </a:xfrm>
          <a:prstGeom prst="rect">
            <a:avLst/>
          </a:prstGeom>
          <a:solidFill>
            <a:srgbClr val="D8D8D8"/>
          </a:solidFill>
          <a:ln>
            <a:noFill/>
          </a:ln>
        </p:spPr>
      </p:sp>
      <p:sp>
        <p:nvSpPr>
          <p:cNvPr id="69" name="Google Shape;69;p26"/>
          <p:cNvSpPr txBox="1"/>
          <p:nvPr>
            <p:ph idx="1" type="body"/>
          </p:nvPr>
        </p:nvSpPr>
        <p:spPr>
          <a:xfrm>
            <a:off x="836676" y="2662439"/>
            <a:ext cx="2846070" cy="1645528"/>
          </a:xfrm>
          <a:prstGeom prst="rect">
            <a:avLst/>
          </a:prstGeom>
          <a:noFill/>
          <a:ln>
            <a:noFill/>
          </a:ln>
        </p:spPr>
        <p:txBody>
          <a:bodyPr anchorCtr="1" anchor="t" bIns="45700" lIns="91425" spcFirstLastPara="1" rIns="91425" wrap="square" tIns="45700">
            <a:normAutofit/>
          </a:bodyPr>
          <a:lstStyle>
            <a:lvl1pPr indent="-228600" lvl="0" marL="457200" algn="ctr">
              <a:lnSpc>
                <a:spcPct val="100000"/>
              </a:lnSpc>
              <a:spcBef>
                <a:spcPts val="750"/>
              </a:spcBef>
              <a:spcAft>
                <a:spcPts val="0"/>
              </a:spcAft>
              <a:buSzPts val="1125"/>
              <a:buNone/>
              <a:defRPr sz="1125">
                <a:solidFill>
                  <a:schemeClr val="dk1"/>
                </a:solidFill>
              </a:defRPr>
            </a:lvl1pPr>
            <a:lvl2pPr indent="-228600" lvl="1" marL="914400" algn="l">
              <a:lnSpc>
                <a:spcPct val="100000"/>
              </a:lnSpc>
              <a:spcBef>
                <a:spcPts val="750"/>
              </a:spcBef>
              <a:spcAft>
                <a:spcPts val="0"/>
              </a:spcAft>
              <a:buSzPts val="1050"/>
              <a:buNone/>
              <a:defRPr sz="1050"/>
            </a:lvl2pPr>
            <a:lvl3pPr indent="-228600" lvl="2" marL="1371600" algn="l">
              <a:lnSpc>
                <a:spcPct val="100000"/>
              </a:lnSpc>
              <a:spcBef>
                <a:spcPts val="750"/>
              </a:spcBef>
              <a:spcAft>
                <a:spcPts val="0"/>
              </a:spcAft>
              <a:buSzPts val="900"/>
              <a:buNone/>
              <a:defRPr sz="900"/>
            </a:lvl3pPr>
            <a:lvl4pPr indent="-228600" lvl="3" marL="1828800" algn="l">
              <a:lnSpc>
                <a:spcPct val="100000"/>
              </a:lnSpc>
              <a:spcBef>
                <a:spcPts val="750"/>
              </a:spcBef>
              <a:spcAft>
                <a:spcPts val="0"/>
              </a:spcAft>
              <a:buSzPts val="750"/>
              <a:buNone/>
              <a:defRPr sz="750"/>
            </a:lvl4pPr>
            <a:lvl5pPr indent="-228600" lvl="4" marL="2286000" algn="l">
              <a:lnSpc>
                <a:spcPct val="100000"/>
              </a:lnSpc>
              <a:spcBef>
                <a:spcPts val="750"/>
              </a:spcBef>
              <a:spcAft>
                <a:spcPts val="0"/>
              </a:spcAft>
              <a:buSzPts val="750"/>
              <a:buNone/>
              <a:defRPr sz="750"/>
            </a:lvl5pPr>
            <a:lvl6pPr indent="-228600" lvl="5" marL="2743200" algn="l">
              <a:lnSpc>
                <a:spcPct val="100000"/>
              </a:lnSpc>
              <a:spcBef>
                <a:spcPts val="750"/>
              </a:spcBef>
              <a:spcAft>
                <a:spcPts val="0"/>
              </a:spcAft>
              <a:buSzPts val="750"/>
              <a:buNone/>
              <a:defRPr sz="750"/>
            </a:lvl6pPr>
            <a:lvl7pPr indent="-228600" lvl="6" marL="3200400" algn="l">
              <a:lnSpc>
                <a:spcPct val="100000"/>
              </a:lnSpc>
              <a:spcBef>
                <a:spcPts val="750"/>
              </a:spcBef>
              <a:spcAft>
                <a:spcPts val="0"/>
              </a:spcAft>
              <a:buSzPts val="750"/>
              <a:buNone/>
              <a:defRPr sz="750"/>
            </a:lvl7pPr>
            <a:lvl8pPr indent="-228600" lvl="7" marL="3657600" algn="l">
              <a:lnSpc>
                <a:spcPct val="100000"/>
              </a:lnSpc>
              <a:spcBef>
                <a:spcPts val="750"/>
              </a:spcBef>
              <a:spcAft>
                <a:spcPts val="0"/>
              </a:spcAft>
              <a:buSzPts val="750"/>
              <a:buNone/>
              <a:defRPr sz="750"/>
            </a:lvl8pPr>
            <a:lvl9pPr indent="-228600" lvl="8" marL="4114800" algn="l">
              <a:lnSpc>
                <a:spcPct val="100000"/>
              </a:lnSpc>
              <a:spcBef>
                <a:spcPts val="750"/>
              </a:spcBef>
              <a:spcAft>
                <a:spcPts val="0"/>
              </a:spcAft>
              <a:buSzPts val="750"/>
              <a:buNone/>
              <a:defRPr sz="750"/>
            </a:lvl9pPr>
          </a:lstStyle>
          <a:p/>
        </p:txBody>
      </p:sp>
      <p:sp>
        <p:nvSpPr>
          <p:cNvPr id="70" name="Google Shape;70;p26"/>
          <p:cNvSpPr txBox="1"/>
          <p:nvPr>
            <p:ph idx="10" type="dt"/>
          </p:nvPr>
        </p:nvSpPr>
        <p:spPr>
          <a:xfrm>
            <a:off x="5866072" y="4679112"/>
            <a:ext cx="2065310" cy="24297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6"/>
          <p:cNvSpPr txBox="1"/>
          <p:nvPr>
            <p:ph idx="11" type="ftr"/>
          </p:nvPr>
        </p:nvSpPr>
        <p:spPr>
          <a:xfrm>
            <a:off x="603504" y="4677156"/>
            <a:ext cx="3843598" cy="24003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6"/>
          <p:cNvSpPr/>
          <p:nvPr>
            <p:ph idx="12" type="sldNum"/>
          </p:nvPr>
        </p:nvSpPr>
        <p:spPr>
          <a:xfrm>
            <a:off x="8069192" y="4663440"/>
            <a:ext cx="274320" cy="27432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r">
              <a:spcBef>
                <a:spcPts val="0"/>
              </a:spcBef>
              <a:spcAft>
                <a:spcPts val="0"/>
              </a:spcAft>
              <a:buClr>
                <a:srgbClr val="FFFFFF"/>
              </a:buClr>
              <a:buSzPts val="800"/>
              <a:buFont typeface="Gill Sans"/>
              <a:buNone/>
              <a:defRPr/>
            </a:lvl1pPr>
            <a:lvl2pPr indent="0" lvl="1" marL="0" algn="r">
              <a:spcBef>
                <a:spcPts val="0"/>
              </a:spcBef>
              <a:spcAft>
                <a:spcPts val="0"/>
              </a:spcAft>
              <a:buClr>
                <a:srgbClr val="FFFFFF"/>
              </a:buClr>
              <a:buSzPts val="800"/>
              <a:buFont typeface="Gill Sans"/>
              <a:buNone/>
              <a:defRPr/>
            </a:lvl2pPr>
            <a:lvl3pPr indent="0" lvl="2" marL="0" algn="r">
              <a:spcBef>
                <a:spcPts val="0"/>
              </a:spcBef>
              <a:spcAft>
                <a:spcPts val="0"/>
              </a:spcAft>
              <a:buClr>
                <a:srgbClr val="FFFFFF"/>
              </a:buClr>
              <a:buSzPts val="800"/>
              <a:buFont typeface="Gill Sans"/>
              <a:buNone/>
              <a:defRPr/>
            </a:lvl3pPr>
            <a:lvl4pPr indent="0" lvl="3" marL="0" algn="r">
              <a:spcBef>
                <a:spcPts val="0"/>
              </a:spcBef>
              <a:spcAft>
                <a:spcPts val="0"/>
              </a:spcAft>
              <a:buClr>
                <a:srgbClr val="FFFFFF"/>
              </a:buClr>
              <a:buSzPts val="800"/>
              <a:buFont typeface="Gill Sans"/>
              <a:buNone/>
              <a:defRPr/>
            </a:lvl4pPr>
            <a:lvl5pPr indent="0" lvl="4" marL="0" algn="r">
              <a:spcBef>
                <a:spcPts val="0"/>
              </a:spcBef>
              <a:spcAft>
                <a:spcPts val="0"/>
              </a:spcAft>
              <a:buClr>
                <a:srgbClr val="FFFFFF"/>
              </a:buClr>
              <a:buSzPts val="800"/>
              <a:buFont typeface="Gill Sans"/>
              <a:buNone/>
              <a:defRPr/>
            </a:lvl5pPr>
            <a:lvl6pPr indent="0" lvl="5" marL="0" algn="r">
              <a:spcBef>
                <a:spcPts val="0"/>
              </a:spcBef>
              <a:spcAft>
                <a:spcPts val="0"/>
              </a:spcAft>
              <a:buClr>
                <a:srgbClr val="FFFFFF"/>
              </a:buClr>
              <a:buSzPts val="800"/>
              <a:buFont typeface="Gill Sans"/>
              <a:buNone/>
              <a:defRPr/>
            </a:lvl6pPr>
            <a:lvl7pPr indent="0" lvl="6" marL="0" algn="r">
              <a:spcBef>
                <a:spcPts val="0"/>
              </a:spcBef>
              <a:spcAft>
                <a:spcPts val="0"/>
              </a:spcAft>
              <a:buClr>
                <a:srgbClr val="FFFFFF"/>
              </a:buClr>
              <a:buSzPts val="800"/>
              <a:buFont typeface="Gill Sans"/>
              <a:buNone/>
              <a:defRPr/>
            </a:lvl7pPr>
            <a:lvl8pPr indent="0" lvl="7" marL="0" algn="r">
              <a:spcBef>
                <a:spcPts val="0"/>
              </a:spcBef>
              <a:spcAft>
                <a:spcPts val="0"/>
              </a:spcAft>
              <a:buClr>
                <a:srgbClr val="FFFFFF"/>
              </a:buClr>
              <a:buSzPts val="800"/>
              <a:buFont typeface="Gill Sans"/>
              <a:buNone/>
              <a:defRPr/>
            </a:lvl8pPr>
            <a:lvl9pPr indent="0" lvl="8" marL="0" algn="r">
              <a:spcBef>
                <a:spcPts val="0"/>
              </a:spcBef>
              <a:spcAft>
                <a:spcPts val="0"/>
              </a:spcAft>
              <a:buClr>
                <a:srgbClr val="FFFFFF"/>
              </a:buClr>
              <a:buSzPts val="800"/>
              <a:buFont typeface="Gill Sans"/>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3" name="Shape 73"/>
        <p:cNvGrpSpPr/>
        <p:nvPr/>
      </p:nvGrpSpPr>
      <p:grpSpPr>
        <a:xfrm>
          <a:off x="0" y="0"/>
          <a:ext cx="0" cy="0"/>
          <a:chOff x="0" y="0"/>
          <a:chExt cx="0" cy="0"/>
        </a:xfrm>
      </p:grpSpPr>
      <p:sp>
        <p:nvSpPr>
          <p:cNvPr id="74" name="Google Shape;74;p27"/>
          <p:cNvSpPr txBox="1"/>
          <p:nvPr>
            <p:ph type="title"/>
          </p:nvPr>
        </p:nvSpPr>
        <p:spPr>
          <a:xfrm>
            <a:off x="1673352" y="723519"/>
            <a:ext cx="5797296" cy="89154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5" name="Google Shape;75;p27"/>
          <p:cNvSpPr txBox="1"/>
          <p:nvPr>
            <p:ph idx="1" type="body"/>
          </p:nvPr>
        </p:nvSpPr>
        <p:spPr>
          <a:xfrm rot="5400000">
            <a:off x="3408757" y="243130"/>
            <a:ext cx="2326487" cy="5797296"/>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750"/>
              </a:spcBef>
              <a:spcAft>
                <a:spcPts val="0"/>
              </a:spcAft>
              <a:buSzPts val="1800"/>
              <a:buChar char="•"/>
              <a:defRPr/>
            </a:lvl1pPr>
            <a:lvl2pPr indent="-342900" lvl="1" marL="914400" algn="l">
              <a:lnSpc>
                <a:spcPct val="100000"/>
              </a:lnSpc>
              <a:spcBef>
                <a:spcPts val="750"/>
              </a:spcBef>
              <a:spcAft>
                <a:spcPts val="0"/>
              </a:spcAft>
              <a:buSzPts val="1800"/>
              <a:buChar char="•"/>
              <a:defRPr/>
            </a:lvl2pPr>
            <a:lvl3pPr indent="-342900" lvl="2" marL="1371600" algn="l">
              <a:lnSpc>
                <a:spcPct val="100000"/>
              </a:lnSpc>
              <a:spcBef>
                <a:spcPts val="750"/>
              </a:spcBef>
              <a:spcAft>
                <a:spcPts val="0"/>
              </a:spcAft>
              <a:buSzPts val="1800"/>
              <a:buChar char="•"/>
              <a:defRPr/>
            </a:lvl3pPr>
            <a:lvl4pPr indent="-342900" lvl="3" marL="1828800" algn="l">
              <a:lnSpc>
                <a:spcPct val="100000"/>
              </a:lnSpc>
              <a:spcBef>
                <a:spcPts val="750"/>
              </a:spcBef>
              <a:spcAft>
                <a:spcPts val="0"/>
              </a:spcAft>
              <a:buSzPts val="1800"/>
              <a:buChar char="•"/>
              <a:defRPr/>
            </a:lvl4pPr>
            <a:lvl5pPr indent="-342900" lvl="4" marL="2286000" algn="l">
              <a:lnSpc>
                <a:spcPct val="100000"/>
              </a:lnSpc>
              <a:spcBef>
                <a:spcPts val="750"/>
              </a:spcBef>
              <a:spcAft>
                <a:spcPts val="0"/>
              </a:spcAft>
              <a:buSzPts val="1800"/>
              <a:buChar char="•"/>
              <a:defRPr/>
            </a:lvl5pPr>
            <a:lvl6pPr indent="-342900" lvl="5" marL="2743200" algn="l">
              <a:lnSpc>
                <a:spcPct val="100000"/>
              </a:lnSpc>
              <a:spcBef>
                <a:spcPts val="750"/>
              </a:spcBef>
              <a:spcAft>
                <a:spcPts val="0"/>
              </a:spcAft>
              <a:buSzPts val="1800"/>
              <a:buChar char="•"/>
              <a:defRPr/>
            </a:lvl6pPr>
            <a:lvl7pPr indent="-342900" lvl="6" marL="3200400" algn="l">
              <a:lnSpc>
                <a:spcPct val="100000"/>
              </a:lnSpc>
              <a:spcBef>
                <a:spcPts val="750"/>
              </a:spcBef>
              <a:spcAft>
                <a:spcPts val="0"/>
              </a:spcAft>
              <a:buSzPts val="1800"/>
              <a:buChar char="•"/>
              <a:defRPr/>
            </a:lvl7pPr>
            <a:lvl8pPr indent="-342900" lvl="7" marL="3657600" algn="l">
              <a:lnSpc>
                <a:spcPct val="100000"/>
              </a:lnSpc>
              <a:spcBef>
                <a:spcPts val="750"/>
              </a:spcBef>
              <a:spcAft>
                <a:spcPts val="0"/>
              </a:spcAft>
              <a:buSzPts val="1800"/>
              <a:buChar char="•"/>
              <a:defRPr/>
            </a:lvl8pPr>
            <a:lvl9pPr indent="-342900" lvl="8" marL="4114800" algn="l">
              <a:lnSpc>
                <a:spcPct val="100000"/>
              </a:lnSpc>
              <a:spcBef>
                <a:spcPts val="750"/>
              </a:spcBef>
              <a:spcAft>
                <a:spcPts val="0"/>
              </a:spcAft>
              <a:buSzPts val="1800"/>
              <a:buChar char="•"/>
              <a:defRPr/>
            </a:lvl9pPr>
          </a:lstStyle>
          <a:p/>
        </p:txBody>
      </p:sp>
      <p:sp>
        <p:nvSpPr>
          <p:cNvPr id="76" name="Google Shape;76;p27"/>
          <p:cNvSpPr txBox="1"/>
          <p:nvPr>
            <p:ph idx="10" type="dt"/>
          </p:nvPr>
        </p:nvSpPr>
        <p:spPr>
          <a:xfrm>
            <a:off x="5866072" y="4679112"/>
            <a:ext cx="2065310" cy="24297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7"/>
          <p:cNvSpPr txBox="1"/>
          <p:nvPr>
            <p:ph idx="11" type="ftr"/>
          </p:nvPr>
        </p:nvSpPr>
        <p:spPr>
          <a:xfrm>
            <a:off x="1200150" y="4677156"/>
            <a:ext cx="4425892" cy="24003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7"/>
          <p:cNvSpPr/>
          <p:nvPr>
            <p:ph idx="12" type="sldNum"/>
          </p:nvPr>
        </p:nvSpPr>
        <p:spPr>
          <a:xfrm>
            <a:off x="8069192" y="4663440"/>
            <a:ext cx="274320" cy="27432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r">
              <a:spcBef>
                <a:spcPts val="0"/>
              </a:spcBef>
              <a:spcAft>
                <a:spcPts val="0"/>
              </a:spcAft>
              <a:buClr>
                <a:srgbClr val="FFFFFF"/>
              </a:buClr>
              <a:buSzPts val="800"/>
              <a:buFont typeface="Gill Sans"/>
              <a:buNone/>
              <a:defRPr/>
            </a:lvl1pPr>
            <a:lvl2pPr indent="0" lvl="1" marL="0" algn="r">
              <a:spcBef>
                <a:spcPts val="0"/>
              </a:spcBef>
              <a:spcAft>
                <a:spcPts val="0"/>
              </a:spcAft>
              <a:buClr>
                <a:srgbClr val="FFFFFF"/>
              </a:buClr>
              <a:buSzPts val="800"/>
              <a:buFont typeface="Gill Sans"/>
              <a:buNone/>
              <a:defRPr/>
            </a:lvl2pPr>
            <a:lvl3pPr indent="0" lvl="2" marL="0" algn="r">
              <a:spcBef>
                <a:spcPts val="0"/>
              </a:spcBef>
              <a:spcAft>
                <a:spcPts val="0"/>
              </a:spcAft>
              <a:buClr>
                <a:srgbClr val="FFFFFF"/>
              </a:buClr>
              <a:buSzPts val="800"/>
              <a:buFont typeface="Gill Sans"/>
              <a:buNone/>
              <a:defRPr/>
            </a:lvl3pPr>
            <a:lvl4pPr indent="0" lvl="3" marL="0" algn="r">
              <a:spcBef>
                <a:spcPts val="0"/>
              </a:spcBef>
              <a:spcAft>
                <a:spcPts val="0"/>
              </a:spcAft>
              <a:buClr>
                <a:srgbClr val="FFFFFF"/>
              </a:buClr>
              <a:buSzPts val="800"/>
              <a:buFont typeface="Gill Sans"/>
              <a:buNone/>
              <a:defRPr/>
            </a:lvl4pPr>
            <a:lvl5pPr indent="0" lvl="4" marL="0" algn="r">
              <a:spcBef>
                <a:spcPts val="0"/>
              </a:spcBef>
              <a:spcAft>
                <a:spcPts val="0"/>
              </a:spcAft>
              <a:buClr>
                <a:srgbClr val="FFFFFF"/>
              </a:buClr>
              <a:buSzPts val="800"/>
              <a:buFont typeface="Gill Sans"/>
              <a:buNone/>
              <a:defRPr/>
            </a:lvl5pPr>
            <a:lvl6pPr indent="0" lvl="5" marL="0" algn="r">
              <a:spcBef>
                <a:spcPts val="0"/>
              </a:spcBef>
              <a:spcAft>
                <a:spcPts val="0"/>
              </a:spcAft>
              <a:buClr>
                <a:srgbClr val="FFFFFF"/>
              </a:buClr>
              <a:buSzPts val="800"/>
              <a:buFont typeface="Gill Sans"/>
              <a:buNone/>
              <a:defRPr/>
            </a:lvl6pPr>
            <a:lvl7pPr indent="0" lvl="6" marL="0" algn="r">
              <a:spcBef>
                <a:spcPts val="0"/>
              </a:spcBef>
              <a:spcAft>
                <a:spcPts val="0"/>
              </a:spcAft>
              <a:buClr>
                <a:srgbClr val="FFFFFF"/>
              </a:buClr>
              <a:buSzPts val="800"/>
              <a:buFont typeface="Gill Sans"/>
              <a:buNone/>
              <a:defRPr/>
            </a:lvl7pPr>
            <a:lvl8pPr indent="0" lvl="7" marL="0" algn="r">
              <a:spcBef>
                <a:spcPts val="0"/>
              </a:spcBef>
              <a:spcAft>
                <a:spcPts val="0"/>
              </a:spcAft>
              <a:buClr>
                <a:srgbClr val="FFFFFF"/>
              </a:buClr>
              <a:buSzPts val="800"/>
              <a:buFont typeface="Gill Sans"/>
              <a:buNone/>
              <a:defRPr/>
            </a:lvl8pPr>
            <a:lvl9pPr indent="0" lvl="8" marL="0" algn="r">
              <a:spcBef>
                <a:spcPts val="0"/>
              </a:spcBef>
              <a:spcAft>
                <a:spcPts val="0"/>
              </a:spcAft>
              <a:buClr>
                <a:srgbClr val="FFFFFF"/>
              </a:buClr>
              <a:buSzPts val="800"/>
              <a:buFont typeface="Gill Sans"/>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9" name="Shape 79"/>
        <p:cNvGrpSpPr/>
        <p:nvPr/>
      </p:nvGrpSpPr>
      <p:grpSpPr>
        <a:xfrm>
          <a:off x="0" y="0"/>
          <a:ext cx="0" cy="0"/>
          <a:chOff x="0" y="0"/>
          <a:chExt cx="0" cy="0"/>
        </a:xfrm>
      </p:grpSpPr>
      <p:sp>
        <p:nvSpPr>
          <p:cNvPr id="80" name="Google Shape;80;p28"/>
          <p:cNvSpPr txBox="1"/>
          <p:nvPr>
            <p:ph type="title"/>
          </p:nvPr>
        </p:nvSpPr>
        <p:spPr>
          <a:xfrm rot="5400000">
            <a:off x="5108007" y="2084772"/>
            <a:ext cx="3737610" cy="973956"/>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a:bodyPr>
          <a:lstStyle>
            <a:lvl1pPr lvl="0" algn="ctr">
              <a:lnSpc>
                <a:spcPct val="90000"/>
              </a:lnSpc>
              <a:spcBef>
                <a:spcPts val="0"/>
              </a:spcBef>
              <a:spcAft>
                <a:spcPts val="0"/>
              </a:spcAft>
              <a:buClr>
                <a:srgbClr val="262626"/>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 name="Google Shape;81;p28"/>
          <p:cNvSpPr txBox="1"/>
          <p:nvPr>
            <p:ph idx="1" type="body"/>
          </p:nvPr>
        </p:nvSpPr>
        <p:spPr>
          <a:xfrm rot="5400000">
            <a:off x="2128981" y="247317"/>
            <a:ext cx="3737610" cy="4648867"/>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750"/>
              </a:spcBef>
              <a:spcAft>
                <a:spcPts val="0"/>
              </a:spcAft>
              <a:buSzPts val="1800"/>
              <a:buChar char="•"/>
              <a:defRPr/>
            </a:lvl1pPr>
            <a:lvl2pPr indent="-342900" lvl="1" marL="914400" algn="l">
              <a:lnSpc>
                <a:spcPct val="100000"/>
              </a:lnSpc>
              <a:spcBef>
                <a:spcPts val="750"/>
              </a:spcBef>
              <a:spcAft>
                <a:spcPts val="0"/>
              </a:spcAft>
              <a:buSzPts val="1800"/>
              <a:buChar char="•"/>
              <a:defRPr/>
            </a:lvl2pPr>
            <a:lvl3pPr indent="-342900" lvl="2" marL="1371600" algn="l">
              <a:lnSpc>
                <a:spcPct val="100000"/>
              </a:lnSpc>
              <a:spcBef>
                <a:spcPts val="750"/>
              </a:spcBef>
              <a:spcAft>
                <a:spcPts val="0"/>
              </a:spcAft>
              <a:buSzPts val="1800"/>
              <a:buChar char="•"/>
              <a:defRPr/>
            </a:lvl3pPr>
            <a:lvl4pPr indent="-342900" lvl="3" marL="1828800" algn="l">
              <a:lnSpc>
                <a:spcPct val="100000"/>
              </a:lnSpc>
              <a:spcBef>
                <a:spcPts val="750"/>
              </a:spcBef>
              <a:spcAft>
                <a:spcPts val="0"/>
              </a:spcAft>
              <a:buSzPts val="1800"/>
              <a:buChar char="•"/>
              <a:defRPr/>
            </a:lvl4pPr>
            <a:lvl5pPr indent="-342900" lvl="4" marL="2286000" algn="l">
              <a:lnSpc>
                <a:spcPct val="100000"/>
              </a:lnSpc>
              <a:spcBef>
                <a:spcPts val="750"/>
              </a:spcBef>
              <a:spcAft>
                <a:spcPts val="0"/>
              </a:spcAft>
              <a:buSzPts val="1800"/>
              <a:buChar char="•"/>
              <a:defRPr/>
            </a:lvl5pPr>
            <a:lvl6pPr indent="-342900" lvl="5" marL="2743200" algn="l">
              <a:lnSpc>
                <a:spcPct val="100000"/>
              </a:lnSpc>
              <a:spcBef>
                <a:spcPts val="750"/>
              </a:spcBef>
              <a:spcAft>
                <a:spcPts val="0"/>
              </a:spcAft>
              <a:buSzPts val="1800"/>
              <a:buChar char="•"/>
              <a:defRPr/>
            </a:lvl6pPr>
            <a:lvl7pPr indent="-342900" lvl="6" marL="3200400" algn="l">
              <a:lnSpc>
                <a:spcPct val="100000"/>
              </a:lnSpc>
              <a:spcBef>
                <a:spcPts val="750"/>
              </a:spcBef>
              <a:spcAft>
                <a:spcPts val="0"/>
              </a:spcAft>
              <a:buSzPts val="1800"/>
              <a:buChar char="•"/>
              <a:defRPr/>
            </a:lvl7pPr>
            <a:lvl8pPr indent="-342900" lvl="7" marL="3657600" algn="l">
              <a:lnSpc>
                <a:spcPct val="100000"/>
              </a:lnSpc>
              <a:spcBef>
                <a:spcPts val="750"/>
              </a:spcBef>
              <a:spcAft>
                <a:spcPts val="0"/>
              </a:spcAft>
              <a:buSzPts val="1800"/>
              <a:buChar char="•"/>
              <a:defRPr/>
            </a:lvl8pPr>
            <a:lvl9pPr indent="-342900" lvl="8" marL="4114800" algn="l">
              <a:lnSpc>
                <a:spcPct val="100000"/>
              </a:lnSpc>
              <a:spcBef>
                <a:spcPts val="750"/>
              </a:spcBef>
              <a:spcAft>
                <a:spcPts val="0"/>
              </a:spcAft>
              <a:buSzPts val="1800"/>
              <a:buChar char="•"/>
              <a:defRPr/>
            </a:lvl9pPr>
          </a:lstStyle>
          <a:p/>
        </p:txBody>
      </p:sp>
      <p:sp>
        <p:nvSpPr>
          <p:cNvPr id="82" name="Google Shape;82;p28"/>
          <p:cNvSpPr txBox="1"/>
          <p:nvPr>
            <p:ph idx="10" type="dt"/>
          </p:nvPr>
        </p:nvSpPr>
        <p:spPr>
          <a:xfrm>
            <a:off x="5866072" y="4679112"/>
            <a:ext cx="2065310" cy="24297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8"/>
          <p:cNvSpPr txBox="1"/>
          <p:nvPr>
            <p:ph idx="11" type="ftr"/>
          </p:nvPr>
        </p:nvSpPr>
        <p:spPr>
          <a:xfrm>
            <a:off x="1200150" y="4677156"/>
            <a:ext cx="4425892" cy="24003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8"/>
          <p:cNvSpPr/>
          <p:nvPr>
            <p:ph idx="12" type="sldNum"/>
          </p:nvPr>
        </p:nvSpPr>
        <p:spPr>
          <a:xfrm>
            <a:off x="8069192" y="4663440"/>
            <a:ext cx="274320" cy="27432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algn="r">
              <a:spcBef>
                <a:spcPts val="0"/>
              </a:spcBef>
              <a:spcAft>
                <a:spcPts val="0"/>
              </a:spcAft>
              <a:buClr>
                <a:srgbClr val="FFFFFF"/>
              </a:buClr>
              <a:buSzPts val="800"/>
              <a:buFont typeface="Gill Sans"/>
              <a:buNone/>
              <a:defRPr/>
            </a:lvl1pPr>
            <a:lvl2pPr indent="0" lvl="1" marL="0" algn="r">
              <a:spcBef>
                <a:spcPts val="0"/>
              </a:spcBef>
              <a:spcAft>
                <a:spcPts val="0"/>
              </a:spcAft>
              <a:buClr>
                <a:srgbClr val="FFFFFF"/>
              </a:buClr>
              <a:buSzPts val="800"/>
              <a:buFont typeface="Gill Sans"/>
              <a:buNone/>
              <a:defRPr/>
            </a:lvl2pPr>
            <a:lvl3pPr indent="0" lvl="2" marL="0" algn="r">
              <a:spcBef>
                <a:spcPts val="0"/>
              </a:spcBef>
              <a:spcAft>
                <a:spcPts val="0"/>
              </a:spcAft>
              <a:buClr>
                <a:srgbClr val="FFFFFF"/>
              </a:buClr>
              <a:buSzPts val="800"/>
              <a:buFont typeface="Gill Sans"/>
              <a:buNone/>
              <a:defRPr/>
            </a:lvl3pPr>
            <a:lvl4pPr indent="0" lvl="3" marL="0" algn="r">
              <a:spcBef>
                <a:spcPts val="0"/>
              </a:spcBef>
              <a:spcAft>
                <a:spcPts val="0"/>
              </a:spcAft>
              <a:buClr>
                <a:srgbClr val="FFFFFF"/>
              </a:buClr>
              <a:buSzPts val="800"/>
              <a:buFont typeface="Gill Sans"/>
              <a:buNone/>
              <a:defRPr/>
            </a:lvl4pPr>
            <a:lvl5pPr indent="0" lvl="4" marL="0" algn="r">
              <a:spcBef>
                <a:spcPts val="0"/>
              </a:spcBef>
              <a:spcAft>
                <a:spcPts val="0"/>
              </a:spcAft>
              <a:buClr>
                <a:srgbClr val="FFFFFF"/>
              </a:buClr>
              <a:buSzPts val="800"/>
              <a:buFont typeface="Gill Sans"/>
              <a:buNone/>
              <a:defRPr/>
            </a:lvl5pPr>
            <a:lvl6pPr indent="0" lvl="5" marL="0" algn="r">
              <a:spcBef>
                <a:spcPts val="0"/>
              </a:spcBef>
              <a:spcAft>
                <a:spcPts val="0"/>
              </a:spcAft>
              <a:buClr>
                <a:srgbClr val="FFFFFF"/>
              </a:buClr>
              <a:buSzPts val="800"/>
              <a:buFont typeface="Gill Sans"/>
              <a:buNone/>
              <a:defRPr/>
            </a:lvl6pPr>
            <a:lvl7pPr indent="0" lvl="6" marL="0" algn="r">
              <a:spcBef>
                <a:spcPts val="0"/>
              </a:spcBef>
              <a:spcAft>
                <a:spcPts val="0"/>
              </a:spcAft>
              <a:buClr>
                <a:srgbClr val="FFFFFF"/>
              </a:buClr>
              <a:buSzPts val="800"/>
              <a:buFont typeface="Gill Sans"/>
              <a:buNone/>
              <a:defRPr/>
            </a:lvl7pPr>
            <a:lvl8pPr indent="0" lvl="7" marL="0" algn="r">
              <a:spcBef>
                <a:spcPts val="0"/>
              </a:spcBef>
              <a:spcAft>
                <a:spcPts val="0"/>
              </a:spcAft>
              <a:buClr>
                <a:srgbClr val="FFFFFF"/>
              </a:buClr>
              <a:buSzPts val="800"/>
              <a:buFont typeface="Gill Sans"/>
              <a:buNone/>
              <a:defRPr/>
            </a:lvl8pPr>
            <a:lvl9pPr indent="0" lvl="8" marL="0" algn="r">
              <a:spcBef>
                <a:spcPts val="0"/>
              </a:spcBef>
              <a:spcAft>
                <a:spcPts val="0"/>
              </a:spcAft>
              <a:buClr>
                <a:srgbClr val="FFFFFF"/>
              </a:buClr>
              <a:buSzPts val="800"/>
              <a:buFont typeface="Gill Sans"/>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1673352" y="723519"/>
            <a:ext cx="5797296" cy="89154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a:bodyPr>
          <a:lstStyle>
            <a:lvl1pPr lvl="0" marR="0" rtl="0" algn="ctr">
              <a:lnSpc>
                <a:spcPct val="90000"/>
              </a:lnSpc>
              <a:spcBef>
                <a:spcPts val="0"/>
              </a:spcBef>
              <a:spcAft>
                <a:spcPts val="0"/>
              </a:spcAft>
              <a:buClr>
                <a:srgbClr val="262626"/>
              </a:buClr>
              <a:buSzPts val="2100"/>
              <a:buFont typeface="Gill Sans"/>
              <a:buNone/>
              <a:defRPr b="0" i="0" sz="2100" u="none" cap="none" strike="noStrike">
                <a:solidFill>
                  <a:srgbClr val="262626"/>
                </a:solidFill>
                <a:latin typeface="Gill Sans"/>
                <a:ea typeface="Gill Sans"/>
                <a:cs typeface="Gill Sans"/>
                <a:sym typeface="Gill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6"/>
          <p:cNvSpPr txBox="1"/>
          <p:nvPr>
            <p:ph idx="1" type="body"/>
          </p:nvPr>
        </p:nvSpPr>
        <p:spPr>
          <a:xfrm>
            <a:off x="1673352" y="1978534"/>
            <a:ext cx="5797296" cy="2326487"/>
          </a:xfrm>
          <a:prstGeom prst="rect">
            <a:avLst/>
          </a:prstGeom>
          <a:noFill/>
          <a:ln>
            <a:noFill/>
          </a:ln>
        </p:spPr>
        <p:txBody>
          <a:bodyPr anchorCtr="0" anchor="t" bIns="45700" lIns="91425" spcFirstLastPara="1" rIns="91425" wrap="square" tIns="45700">
            <a:normAutofit/>
          </a:bodyPr>
          <a:lstStyle>
            <a:lvl1pPr indent="-314325" lvl="0" marL="457200" marR="0" rtl="0" algn="l">
              <a:lnSpc>
                <a:spcPct val="100000"/>
              </a:lnSpc>
              <a:spcBef>
                <a:spcPts val="750"/>
              </a:spcBef>
              <a:spcAft>
                <a:spcPts val="0"/>
              </a:spcAft>
              <a:buClr>
                <a:schemeClr val="accent2"/>
              </a:buClr>
              <a:buSzPts val="1350"/>
              <a:buFont typeface="Arial"/>
              <a:buChar char="•"/>
              <a:defRPr b="0" i="0" sz="1350" u="none" cap="none" strike="noStrike">
                <a:solidFill>
                  <a:srgbClr val="262626"/>
                </a:solidFill>
                <a:latin typeface="Gill Sans"/>
                <a:ea typeface="Gill Sans"/>
                <a:cs typeface="Gill Sans"/>
                <a:sym typeface="Gill Sans"/>
              </a:defRPr>
            </a:lvl1pPr>
            <a:lvl2pPr indent="-304800" lvl="1" marL="914400" marR="0" rtl="0" algn="l">
              <a:lnSpc>
                <a:spcPct val="100000"/>
              </a:lnSpc>
              <a:spcBef>
                <a:spcPts val="750"/>
              </a:spcBef>
              <a:spcAft>
                <a:spcPts val="0"/>
              </a:spcAft>
              <a:buClr>
                <a:schemeClr val="accent2"/>
              </a:buClr>
              <a:buSzPts val="1200"/>
              <a:buFont typeface="Arial"/>
              <a:buChar char="•"/>
              <a:defRPr b="0" i="0" sz="1200" u="none" cap="none" strike="noStrike">
                <a:solidFill>
                  <a:srgbClr val="262626"/>
                </a:solidFill>
                <a:latin typeface="Gill Sans"/>
                <a:ea typeface="Gill Sans"/>
                <a:cs typeface="Gill Sans"/>
                <a:sym typeface="Gill Sans"/>
              </a:defRPr>
            </a:lvl2pPr>
            <a:lvl3pPr indent="-304800" lvl="2" marL="1371600" marR="0" rtl="0" algn="l">
              <a:lnSpc>
                <a:spcPct val="100000"/>
              </a:lnSpc>
              <a:spcBef>
                <a:spcPts val="750"/>
              </a:spcBef>
              <a:spcAft>
                <a:spcPts val="0"/>
              </a:spcAft>
              <a:buClr>
                <a:schemeClr val="accent2"/>
              </a:buClr>
              <a:buSzPts val="1200"/>
              <a:buFont typeface="Arial"/>
              <a:buChar char="•"/>
              <a:defRPr b="0" i="0" sz="1200" u="none" cap="none" strike="noStrike">
                <a:solidFill>
                  <a:srgbClr val="262626"/>
                </a:solidFill>
                <a:latin typeface="Gill Sans"/>
                <a:ea typeface="Gill Sans"/>
                <a:cs typeface="Gill Sans"/>
                <a:sym typeface="Gill Sans"/>
              </a:defRPr>
            </a:lvl3pPr>
            <a:lvl4pPr indent="-304800" lvl="3" marL="1828800" marR="0" rtl="0" algn="l">
              <a:lnSpc>
                <a:spcPct val="100000"/>
              </a:lnSpc>
              <a:spcBef>
                <a:spcPts val="750"/>
              </a:spcBef>
              <a:spcAft>
                <a:spcPts val="0"/>
              </a:spcAft>
              <a:buClr>
                <a:schemeClr val="accent2"/>
              </a:buClr>
              <a:buSzPts val="1200"/>
              <a:buFont typeface="Arial"/>
              <a:buChar char="•"/>
              <a:defRPr b="0" i="0" sz="1200" u="none" cap="none" strike="noStrike">
                <a:solidFill>
                  <a:srgbClr val="262626"/>
                </a:solidFill>
                <a:latin typeface="Gill Sans"/>
                <a:ea typeface="Gill Sans"/>
                <a:cs typeface="Gill Sans"/>
                <a:sym typeface="Gill Sans"/>
              </a:defRPr>
            </a:lvl4pPr>
            <a:lvl5pPr indent="-304800" lvl="4" marL="2286000" marR="0" rtl="0" algn="l">
              <a:lnSpc>
                <a:spcPct val="100000"/>
              </a:lnSpc>
              <a:spcBef>
                <a:spcPts val="750"/>
              </a:spcBef>
              <a:spcAft>
                <a:spcPts val="0"/>
              </a:spcAft>
              <a:buClr>
                <a:schemeClr val="accent2"/>
              </a:buClr>
              <a:buSzPts val="1200"/>
              <a:buFont typeface="Arial"/>
              <a:buChar char="•"/>
              <a:defRPr b="0" i="0" sz="1200" u="none" cap="none" strike="noStrike">
                <a:solidFill>
                  <a:srgbClr val="262626"/>
                </a:solidFill>
                <a:latin typeface="Gill Sans"/>
                <a:ea typeface="Gill Sans"/>
                <a:cs typeface="Gill Sans"/>
                <a:sym typeface="Gill Sans"/>
              </a:defRPr>
            </a:lvl5pPr>
            <a:lvl6pPr indent="-304800" lvl="5" marL="2743200" marR="0" rtl="0" algn="l">
              <a:lnSpc>
                <a:spcPct val="100000"/>
              </a:lnSpc>
              <a:spcBef>
                <a:spcPts val="750"/>
              </a:spcBef>
              <a:spcAft>
                <a:spcPts val="0"/>
              </a:spcAft>
              <a:buClr>
                <a:schemeClr val="accent2"/>
              </a:buClr>
              <a:buSzPts val="1200"/>
              <a:buFont typeface="Arial"/>
              <a:buChar char="•"/>
              <a:defRPr b="0" i="0" sz="1200" u="none" cap="none" strike="noStrike">
                <a:solidFill>
                  <a:schemeClr val="dk1"/>
                </a:solidFill>
                <a:latin typeface="Gill Sans"/>
                <a:ea typeface="Gill Sans"/>
                <a:cs typeface="Gill Sans"/>
                <a:sym typeface="Gill Sans"/>
              </a:defRPr>
            </a:lvl6pPr>
            <a:lvl7pPr indent="-304800" lvl="6" marL="3200400" marR="0" rtl="0" algn="l">
              <a:lnSpc>
                <a:spcPct val="100000"/>
              </a:lnSpc>
              <a:spcBef>
                <a:spcPts val="750"/>
              </a:spcBef>
              <a:spcAft>
                <a:spcPts val="0"/>
              </a:spcAft>
              <a:buClr>
                <a:schemeClr val="accent2"/>
              </a:buClr>
              <a:buSzPts val="1200"/>
              <a:buFont typeface="Arial"/>
              <a:buChar char="•"/>
              <a:defRPr b="0" i="0" sz="1200" u="none" cap="none" strike="noStrike">
                <a:solidFill>
                  <a:schemeClr val="dk1"/>
                </a:solidFill>
                <a:latin typeface="Gill Sans"/>
                <a:ea typeface="Gill Sans"/>
                <a:cs typeface="Gill Sans"/>
                <a:sym typeface="Gill Sans"/>
              </a:defRPr>
            </a:lvl7pPr>
            <a:lvl8pPr indent="-304800" lvl="7" marL="3657600" marR="0" rtl="0" algn="l">
              <a:lnSpc>
                <a:spcPct val="100000"/>
              </a:lnSpc>
              <a:spcBef>
                <a:spcPts val="750"/>
              </a:spcBef>
              <a:spcAft>
                <a:spcPts val="0"/>
              </a:spcAft>
              <a:buClr>
                <a:schemeClr val="accent2"/>
              </a:buClr>
              <a:buSzPts val="1200"/>
              <a:buFont typeface="Arial"/>
              <a:buChar char="•"/>
              <a:defRPr b="0" i="0" sz="1200" u="none" cap="none" strike="noStrike">
                <a:solidFill>
                  <a:schemeClr val="dk1"/>
                </a:solidFill>
                <a:latin typeface="Gill Sans"/>
                <a:ea typeface="Gill Sans"/>
                <a:cs typeface="Gill Sans"/>
                <a:sym typeface="Gill Sans"/>
              </a:defRPr>
            </a:lvl8pPr>
            <a:lvl9pPr indent="-304800" lvl="8" marL="4114800" marR="0" rtl="0" algn="l">
              <a:lnSpc>
                <a:spcPct val="100000"/>
              </a:lnSpc>
              <a:spcBef>
                <a:spcPts val="750"/>
              </a:spcBef>
              <a:spcAft>
                <a:spcPts val="0"/>
              </a:spcAft>
              <a:buClr>
                <a:schemeClr val="accent2"/>
              </a:buClr>
              <a:buSzPts val="1200"/>
              <a:buFont typeface="Arial"/>
              <a:buChar char="•"/>
              <a:defRPr b="0" i="0" sz="1200" u="none" cap="none" strike="noStrike">
                <a:solidFill>
                  <a:schemeClr val="dk1"/>
                </a:solidFill>
                <a:latin typeface="Gill Sans"/>
                <a:ea typeface="Gill Sans"/>
                <a:cs typeface="Gill Sans"/>
                <a:sym typeface="Gill Sans"/>
              </a:defRPr>
            </a:lvl9pPr>
          </a:lstStyle>
          <a:p/>
        </p:txBody>
      </p:sp>
      <p:sp>
        <p:nvSpPr>
          <p:cNvPr id="8" name="Google Shape;8;p16"/>
          <p:cNvSpPr txBox="1"/>
          <p:nvPr>
            <p:ph idx="10" type="dt"/>
          </p:nvPr>
        </p:nvSpPr>
        <p:spPr>
          <a:xfrm>
            <a:off x="5866072" y="4679112"/>
            <a:ext cx="2065310" cy="242976"/>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788" u="none" cap="none" strike="noStrike">
                <a:solidFill>
                  <a:schemeClr val="dk1"/>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9" name="Google Shape;9;p16"/>
          <p:cNvSpPr txBox="1"/>
          <p:nvPr>
            <p:ph idx="11" type="ftr"/>
          </p:nvPr>
        </p:nvSpPr>
        <p:spPr>
          <a:xfrm>
            <a:off x="1200150" y="4677156"/>
            <a:ext cx="4425892" cy="24003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788" u="none" cap="none" strike="noStrike">
                <a:solidFill>
                  <a:schemeClr val="dk1"/>
                </a:solidFill>
                <a:latin typeface="Gill Sans"/>
                <a:ea typeface="Gill Sans"/>
                <a:cs typeface="Gill Sans"/>
                <a:sym typeface="Gill Sans"/>
              </a:defRPr>
            </a:lvl1pPr>
            <a:lvl2pPr lvl="1"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2pPr>
            <a:lvl3pPr lvl="2"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3pPr>
            <a:lvl4pPr lvl="3"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4pPr>
            <a:lvl5pPr lvl="4"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5pPr>
            <a:lvl6pPr lvl="5"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6pPr>
            <a:lvl7pPr lvl="6"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7pPr>
            <a:lvl8pPr lvl="7"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8pPr>
            <a:lvl9pPr lvl="8" marR="0" rtl="0" algn="l">
              <a:spcBef>
                <a:spcPts val="0"/>
              </a:spcBef>
              <a:spcAft>
                <a:spcPts val="0"/>
              </a:spcAft>
              <a:buSzPts val="1400"/>
              <a:buNone/>
              <a:defRPr b="0" i="0" sz="1800" u="none" cap="none" strike="noStrike">
                <a:solidFill>
                  <a:schemeClr val="dk1"/>
                </a:solidFill>
                <a:latin typeface="Gill Sans"/>
                <a:ea typeface="Gill Sans"/>
                <a:cs typeface="Gill Sans"/>
                <a:sym typeface="Gill Sans"/>
              </a:defRPr>
            </a:lvl9pPr>
          </a:lstStyle>
          <a:p/>
        </p:txBody>
      </p:sp>
      <p:sp>
        <p:nvSpPr>
          <p:cNvPr id="10" name="Google Shape;10;p16"/>
          <p:cNvSpPr/>
          <p:nvPr>
            <p:ph idx="12" type="sldNum"/>
          </p:nvPr>
        </p:nvSpPr>
        <p:spPr>
          <a:xfrm>
            <a:off x="8069192" y="4663440"/>
            <a:ext cx="274320" cy="274320"/>
          </a:xfrm>
          <a:prstGeom prst="ellipse">
            <a:avLst/>
          </a:prstGeom>
          <a:solidFill>
            <a:srgbClr val="1D1D1D">
              <a:alpha val="69803"/>
            </a:srgbClr>
          </a:solidFill>
          <a:ln>
            <a:noFill/>
          </a:ln>
        </p:spPr>
        <p:txBody>
          <a:bodyPr anchorCtr="0" anchor="ctr" bIns="45700" lIns="18275" spcFirstLastPara="1" rIns="18275" wrap="square" tIns="45700">
            <a:noAutofit/>
          </a:bodyPr>
          <a:lstStyle>
            <a:lvl1pPr indent="0" lvl="0" marL="0" marR="0" rtl="0" algn="r">
              <a:spcBef>
                <a:spcPts val="0"/>
              </a:spcBef>
              <a:spcAft>
                <a:spcPts val="0"/>
              </a:spcAft>
              <a:buClr>
                <a:srgbClr val="FFFFFF"/>
              </a:buClr>
              <a:buSzPts val="825"/>
              <a:buFont typeface="Gill Sans"/>
              <a:buNone/>
              <a:defRPr b="0" i="0" sz="825" u="none" cap="none" strike="noStrike">
                <a:solidFill>
                  <a:srgbClr val="FFFFFF"/>
                </a:solidFill>
                <a:latin typeface="Gill Sans"/>
                <a:ea typeface="Gill Sans"/>
                <a:cs typeface="Gill Sans"/>
                <a:sym typeface="Gill Sans"/>
              </a:defRPr>
            </a:lvl1pPr>
            <a:lvl2pPr indent="0" lvl="1" marL="0" marR="0" rtl="0" algn="r">
              <a:spcBef>
                <a:spcPts val="0"/>
              </a:spcBef>
              <a:spcAft>
                <a:spcPts val="0"/>
              </a:spcAft>
              <a:buClr>
                <a:srgbClr val="FFFFFF"/>
              </a:buClr>
              <a:buSzPts val="825"/>
              <a:buFont typeface="Gill Sans"/>
              <a:buNone/>
              <a:defRPr b="0" i="0" sz="825" u="none" cap="none" strike="noStrike">
                <a:solidFill>
                  <a:srgbClr val="FFFFFF"/>
                </a:solidFill>
                <a:latin typeface="Gill Sans"/>
                <a:ea typeface="Gill Sans"/>
                <a:cs typeface="Gill Sans"/>
                <a:sym typeface="Gill Sans"/>
              </a:defRPr>
            </a:lvl2pPr>
            <a:lvl3pPr indent="0" lvl="2" marL="0" marR="0" rtl="0" algn="r">
              <a:spcBef>
                <a:spcPts val="0"/>
              </a:spcBef>
              <a:spcAft>
                <a:spcPts val="0"/>
              </a:spcAft>
              <a:buClr>
                <a:srgbClr val="FFFFFF"/>
              </a:buClr>
              <a:buSzPts val="825"/>
              <a:buFont typeface="Gill Sans"/>
              <a:buNone/>
              <a:defRPr b="0" i="0" sz="825" u="none" cap="none" strike="noStrike">
                <a:solidFill>
                  <a:srgbClr val="FFFFFF"/>
                </a:solidFill>
                <a:latin typeface="Gill Sans"/>
                <a:ea typeface="Gill Sans"/>
                <a:cs typeface="Gill Sans"/>
                <a:sym typeface="Gill Sans"/>
              </a:defRPr>
            </a:lvl3pPr>
            <a:lvl4pPr indent="0" lvl="3" marL="0" marR="0" rtl="0" algn="r">
              <a:spcBef>
                <a:spcPts val="0"/>
              </a:spcBef>
              <a:spcAft>
                <a:spcPts val="0"/>
              </a:spcAft>
              <a:buClr>
                <a:srgbClr val="FFFFFF"/>
              </a:buClr>
              <a:buSzPts val="825"/>
              <a:buFont typeface="Gill Sans"/>
              <a:buNone/>
              <a:defRPr b="0" i="0" sz="825" u="none" cap="none" strike="noStrike">
                <a:solidFill>
                  <a:srgbClr val="FFFFFF"/>
                </a:solidFill>
                <a:latin typeface="Gill Sans"/>
                <a:ea typeface="Gill Sans"/>
                <a:cs typeface="Gill Sans"/>
                <a:sym typeface="Gill Sans"/>
              </a:defRPr>
            </a:lvl4pPr>
            <a:lvl5pPr indent="0" lvl="4" marL="0" marR="0" rtl="0" algn="r">
              <a:spcBef>
                <a:spcPts val="0"/>
              </a:spcBef>
              <a:spcAft>
                <a:spcPts val="0"/>
              </a:spcAft>
              <a:buClr>
                <a:srgbClr val="FFFFFF"/>
              </a:buClr>
              <a:buSzPts val="825"/>
              <a:buFont typeface="Gill Sans"/>
              <a:buNone/>
              <a:defRPr b="0" i="0" sz="825" u="none" cap="none" strike="noStrike">
                <a:solidFill>
                  <a:srgbClr val="FFFFFF"/>
                </a:solidFill>
                <a:latin typeface="Gill Sans"/>
                <a:ea typeface="Gill Sans"/>
                <a:cs typeface="Gill Sans"/>
                <a:sym typeface="Gill Sans"/>
              </a:defRPr>
            </a:lvl5pPr>
            <a:lvl6pPr indent="0" lvl="5" marL="0" marR="0" rtl="0" algn="r">
              <a:spcBef>
                <a:spcPts val="0"/>
              </a:spcBef>
              <a:spcAft>
                <a:spcPts val="0"/>
              </a:spcAft>
              <a:buClr>
                <a:srgbClr val="FFFFFF"/>
              </a:buClr>
              <a:buSzPts val="825"/>
              <a:buFont typeface="Gill Sans"/>
              <a:buNone/>
              <a:defRPr b="0" i="0" sz="825" u="none" cap="none" strike="noStrike">
                <a:solidFill>
                  <a:srgbClr val="FFFFFF"/>
                </a:solidFill>
                <a:latin typeface="Gill Sans"/>
                <a:ea typeface="Gill Sans"/>
                <a:cs typeface="Gill Sans"/>
                <a:sym typeface="Gill Sans"/>
              </a:defRPr>
            </a:lvl6pPr>
            <a:lvl7pPr indent="0" lvl="6" marL="0" marR="0" rtl="0" algn="r">
              <a:spcBef>
                <a:spcPts val="0"/>
              </a:spcBef>
              <a:spcAft>
                <a:spcPts val="0"/>
              </a:spcAft>
              <a:buClr>
                <a:srgbClr val="FFFFFF"/>
              </a:buClr>
              <a:buSzPts val="825"/>
              <a:buFont typeface="Gill Sans"/>
              <a:buNone/>
              <a:defRPr b="0" i="0" sz="825" u="none" cap="none" strike="noStrike">
                <a:solidFill>
                  <a:srgbClr val="FFFFFF"/>
                </a:solidFill>
                <a:latin typeface="Gill Sans"/>
                <a:ea typeface="Gill Sans"/>
                <a:cs typeface="Gill Sans"/>
                <a:sym typeface="Gill Sans"/>
              </a:defRPr>
            </a:lvl7pPr>
            <a:lvl8pPr indent="0" lvl="7" marL="0" marR="0" rtl="0" algn="r">
              <a:spcBef>
                <a:spcPts val="0"/>
              </a:spcBef>
              <a:spcAft>
                <a:spcPts val="0"/>
              </a:spcAft>
              <a:buClr>
                <a:srgbClr val="FFFFFF"/>
              </a:buClr>
              <a:buSzPts val="825"/>
              <a:buFont typeface="Gill Sans"/>
              <a:buNone/>
              <a:defRPr b="0" i="0" sz="825" u="none" cap="none" strike="noStrike">
                <a:solidFill>
                  <a:srgbClr val="FFFFFF"/>
                </a:solidFill>
                <a:latin typeface="Gill Sans"/>
                <a:ea typeface="Gill Sans"/>
                <a:cs typeface="Gill Sans"/>
                <a:sym typeface="Gill Sans"/>
              </a:defRPr>
            </a:lvl8pPr>
            <a:lvl9pPr indent="0" lvl="8" marL="0" marR="0" rtl="0" algn="r">
              <a:spcBef>
                <a:spcPts val="0"/>
              </a:spcBef>
              <a:spcAft>
                <a:spcPts val="0"/>
              </a:spcAft>
              <a:buClr>
                <a:srgbClr val="FFFFFF"/>
              </a:buClr>
              <a:buSzPts val="825"/>
              <a:buFont typeface="Gill Sans"/>
              <a:buNone/>
              <a:defRPr b="0" i="0" sz="825" u="none" cap="none" strike="noStrike">
                <a:solidFill>
                  <a:srgbClr val="FFFFF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jpg"/><Relationship Id="rId4" Type="http://schemas.openxmlformats.org/officeDocument/2006/relationships/image" Target="../media/image1.jpg"/><Relationship Id="rId5" Type="http://schemas.openxmlformats.org/officeDocument/2006/relationships/hyperlink" Target="https://images.app.goo.gl/xrtTqJPVnxmjBS549" TargetMode="External"/><Relationship Id="rId6" Type="http://schemas.openxmlformats.org/officeDocument/2006/relationships/hyperlink" Target="https://cduebooks.pressbooks.pub/recogniseplants/chapter/kingdoms-of-lif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3.png"/><Relationship Id="rId5" Type="http://schemas.openxmlformats.org/officeDocument/2006/relationships/hyperlink" Target="https://datatab.net/tutorial/kaplan-meier-curve"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datatab.net/tutorial/kaplan-meier-curve"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1200150" y="1163781"/>
            <a:ext cx="6743700" cy="1858172"/>
          </a:xfrm>
          <a:prstGeom prst="rect">
            <a:avLst/>
          </a:prstGeom>
          <a:solidFill>
            <a:srgbClr val="FFFFFF"/>
          </a:solidFill>
          <a:ln cap="flat" cmpd="sng" w="38100">
            <a:solidFill>
              <a:srgbClr val="404040"/>
            </a:solidFill>
            <a:prstDash val="solid"/>
            <a:round/>
            <a:headEnd len="sm" w="sm" type="none"/>
            <a:tailEnd len="sm" w="sm" type="none"/>
          </a:ln>
        </p:spPr>
        <p:txBody>
          <a:bodyPr anchorCtr="0" anchor="ctr" bIns="91425" lIns="91425" spcFirstLastPara="1" rIns="91425" wrap="square" tIns="91425">
            <a:normAutofit/>
          </a:bodyPr>
          <a:lstStyle/>
          <a:p>
            <a:pPr indent="0" lvl="0" marL="0" rtl="0" algn="ctr">
              <a:lnSpc>
                <a:spcPct val="90000"/>
              </a:lnSpc>
              <a:spcBef>
                <a:spcPts val="0"/>
              </a:spcBef>
              <a:spcAft>
                <a:spcPts val="0"/>
              </a:spcAft>
              <a:buClr>
                <a:srgbClr val="002060"/>
              </a:buClr>
              <a:buSzPts val="3500"/>
              <a:buFont typeface="Gill Sans"/>
              <a:buNone/>
            </a:pPr>
            <a:r>
              <a:rPr lang="en-US" sz="3500">
                <a:solidFill>
                  <a:srgbClr val="002060"/>
                </a:solidFill>
              </a:rPr>
              <a:t>RELEVANCE OF GENES ON SURVIVAL OF BREAST CANCER PATIENTS</a:t>
            </a:r>
            <a:endParaRPr sz="3500">
              <a:solidFill>
                <a:srgbClr val="002060"/>
              </a:solidFill>
            </a:endParaRPr>
          </a:p>
        </p:txBody>
      </p:sp>
      <p:sp>
        <p:nvSpPr>
          <p:cNvPr id="90" name="Google Shape;90;p1"/>
          <p:cNvSpPr txBox="1"/>
          <p:nvPr>
            <p:ph idx="1" type="subTitle"/>
          </p:nvPr>
        </p:nvSpPr>
        <p:spPr>
          <a:xfrm>
            <a:off x="2021396" y="3264408"/>
            <a:ext cx="5101209" cy="929921"/>
          </a:xfrm>
          <a:prstGeom prst="rect">
            <a:avLst/>
          </a:prstGeom>
          <a:noFill/>
          <a:ln>
            <a:noFill/>
          </a:ln>
        </p:spPr>
        <p:txBody>
          <a:bodyPr anchorCtr="0" anchor="t" bIns="91425" lIns="91425" spcFirstLastPara="1" rIns="91425" wrap="square" tIns="91425">
            <a:normAutofit fontScale="92500" lnSpcReduction="10000"/>
          </a:bodyPr>
          <a:lstStyle/>
          <a:p>
            <a:pPr indent="0" lvl="0" marL="0" rtl="0" algn="ctr">
              <a:lnSpc>
                <a:spcPct val="150000"/>
              </a:lnSpc>
              <a:spcBef>
                <a:spcPts val="0"/>
              </a:spcBef>
              <a:spcAft>
                <a:spcPts val="0"/>
              </a:spcAft>
              <a:buSzPct val="100000"/>
              <a:buNone/>
            </a:pPr>
            <a:r>
              <a:rPr lang="en-US" sz="1800">
                <a:solidFill>
                  <a:srgbClr val="002060"/>
                </a:solidFill>
              </a:rPr>
              <a:t>Gungun Surana, 12th Grade</a:t>
            </a:r>
            <a:endParaRPr/>
          </a:p>
          <a:p>
            <a:pPr indent="0" lvl="0" marL="0" rtl="0" algn="ctr">
              <a:lnSpc>
                <a:spcPct val="150000"/>
              </a:lnSpc>
              <a:spcBef>
                <a:spcPts val="0"/>
              </a:spcBef>
              <a:spcAft>
                <a:spcPts val="0"/>
              </a:spcAft>
              <a:buSzPct val="100000"/>
              <a:buNone/>
            </a:pPr>
            <a:r>
              <a:rPr lang="en-US" sz="1800">
                <a:solidFill>
                  <a:srgbClr val="002060"/>
                </a:solidFill>
              </a:rPr>
              <a:t>National Public School, Koramangala, India</a:t>
            </a:r>
            <a:endParaRPr sz="1800">
              <a:solidFill>
                <a:srgbClr val="002060"/>
              </a:solidFill>
            </a:endParaRPr>
          </a:p>
        </p:txBody>
      </p:sp>
      <p:pic>
        <p:nvPicPr>
          <p:cNvPr descr="October is Breast Cancer Awareness Month — Smiles for Kids" id="91" name="Google Shape;91;p1"/>
          <p:cNvPicPr preferRelativeResize="0"/>
          <p:nvPr/>
        </p:nvPicPr>
        <p:blipFill rotWithShape="1">
          <a:blip r:embed="rId3">
            <a:alphaModFix/>
          </a:blip>
          <a:srcRect b="0" l="0" r="0" t="0"/>
          <a:stretch/>
        </p:blipFill>
        <p:spPr>
          <a:xfrm>
            <a:off x="195317" y="487680"/>
            <a:ext cx="1826079" cy="182607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
          <p:cNvSpPr txBox="1"/>
          <p:nvPr>
            <p:ph type="title"/>
          </p:nvPr>
        </p:nvSpPr>
        <p:spPr>
          <a:xfrm>
            <a:off x="4094019" y="411791"/>
            <a:ext cx="4446477" cy="495681"/>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ctr" bIns="182875" lIns="182875" spcFirstLastPara="1" rIns="182875" wrap="square" tIns="182875">
            <a:normAutofit fontScale="90000"/>
          </a:bodyPr>
          <a:lstStyle/>
          <a:p>
            <a:pPr indent="0" lvl="0" marL="0" rtl="0" algn="ctr">
              <a:lnSpc>
                <a:spcPct val="90000"/>
              </a:lnSpc>
              <a:spcBef>
                <a:spcPts val="0"/>
              </a:spcBef>
              <a:spcAft>
                <a:spcPts val="0"/>
              </a:spcAft>
              <a:buClr>
                <a:srgbClr val="262626"/>
              </a:buClr>
              <a:buSzPct val="131313"/>
              <a:buFont typeface="Gill Sans"/>
              <a:buNone/>
            </a:pPr>
            <a:r>
              <a:rPr lang="en-US" sz="2200"/>
              <a:t>INTRODUCTION TO BRCA</a:t>
            </a:r>
            <a:endParaRPr/>
          </a:p>
        </p:txBody>
      </p:sp>
      <p:sp>
        <p:nvSpPr>
          <p:cNvPr id="97" name="Google Shape;97;p2"/>
          <p:cNvSpPr txBox="1"/>
          <p:nvPr>
            <p:ph idx="1" type="body"/>
          </p:nvPr>
        </p:nvSpPr>
        <p:spPr>
          <a:xfrm>
            <a:off x="3858491" y="1163782"/>
            <a:ext cx="4994564" cy="3733593"/>
          </a:xfrm>
          <a:prstGeom prst="rect">
            <a:avLst/>
          </a:prstGeom>
          <a:noFill/>
          <a:ln>
            <a:noFill/>
          </a:ln>
        </p:spPr>
        <p:txBody>
          <a:bodyPr anchorCtr="0" anchor="ctr" bIns="45700" lIns="91425" spcFirstLastPara="1" rIns="91425" wrap="square" tIns="45700">
            <a:noAutofit/>
          </a:bodyPr>
          <a:lstStyle/>
          <a:p>
            <a:pPr indent="0" lvl="0" marL="146050" rtl="0" algn="just">
              <a:lnSpc>
                <a:spcPct val="100000"/>
              </a:lnSpc>
              <a:spcBef>
                <a:spcPts val="0"/>
              </a:spcBef>
              <a:spcAft>
                <a:spcPts val="0"/>
              </a:spcAft>
              <a:buSzPts val="1300"/>
              <a:buNone/>
            </a:pPr>
            <a:r>
              <a:rPr b="1" lang="en-US" sz="1200">
                <a:latin typeface="Cambria"/>
                <a:ea typeface="Cambria"/>
                <a:cs typeface="Cambria"/>
                <a:sym typeface="Cambria"/>
              </a:rPr>
              <a:t>Breast Cancer Prevalence:</a:t>
            </a:r>
            <a:endParaRPr>
              <a:latin typeface="Cambria"/>
              <a:ea typeface="Cambria"/>
              <a:cs typeface="Cambria"/>
              <a:sym typeface="Cambria"/>
            </a:endParaRPr>
          </a:p>
          <a:p>
            <a:pPr indent="-311150" lvl="0" marL="457200" rtl="0" algn="just">
              <a:lnSpc>
                <a:spcPct val="100000"/>
              </a:lnSpc>
              <a:spcBef>
                <a:spcPts val="0"/>
              </a:spcBef>
              <a:spcAft>
                <a:spcPts val="0"/>
              </a:spcAft>
              <a:buSzPts val="1300"/>
              <a:buFont typeface="Cambria"/>
              <a:buChar char="●"/>
            </a:pPr>
            <a:r>
              <a:rPr lang="en-US" sz="1200">
                <a:latin typeface="Cambria"/>
                <a:ea typeface="Cambria"/>
                <a:cs typeface="Cambria"/>
                <a:sym typeface="Cambria"/>
              </a:rPr>
              <a:t>One of the most common cancers affecting women globally.</a:t>
            </a:r>
            <a:endParaRPr>
              <a:latin typeface="Cambria"/>
              <a:ea typeface="Cambria"/>
              <a:cs typeface="Cambria"/>
              <a:sym typeface="Cambria"/>
            </a:endParaRPr>
          </a:p>
          <a:p>
            <a:pPr indent="-311150" lvl="0" marL="457200" rtl="0" algn="just">
              <a:lnSpc>
                <a:spcPct val="100000"/>
              </a:lnSpc>
              <a:spcBef>
                <a:spcPts val="0"/>
              </a:spcBef>
              <a:spcAft>
                <a:spcPts val="0"/>
              </a:spcAft>
              <a:buSzPts val="1300"/>
              <a:buFont typeface="Cambria"/>
              <a:buChar char="●"/>
            </a:pPr>
            <a:r>
              <a:rPr lang="en-US" sz="1200">
                <a:latin typeface="Cambria"/>
                <a:ea typeface="Cambria"/>
                <a:cs typeface="Cambria"/>
                <a:sym typeface="Cambria"/>
              </a:rPr>
              <a:t>Can also occur in men.</a:t>
            </a:r>
            <a:endParaRPr>
              <a:latin typeface="Cambria"/>
              <a:ea typeface="Cambria"/>
              <a:cs typeface="Cambria"/>
              <a:sym typeface="Cambria"/>
            </a:endParaRPr>
          </a:p>
          <a:p>
            <a:pPr indent="-228600" lvl="0" marL="457200" rtl="0" algn="just">
              <a:lnSpc>
                <a:spcPct val="100000"/>
              </a:lnSpc>
              <a:spcBef>
                <a:spcPts val="0"/>
              </a:spcBef>
              <a:spcAft>
                <a:spcPts val="0"/>
              </a:spcAft>
              <a:buSzPts val="1300"/>
              <a:buNone/>
            </a:pPr>
            <a:r>
              <a:t/>
            </a:r>
            <a:endParaRPr sz="1200">
              <a:latin typeface="Cambria"/>
              <a:ea typeface="Cambria"/>
              <a:cs typeface="Cambria"/>
              <a:sym typeface="Cambria"/>
            </a:endParaRPr>
          </a:p>
          <a:p>
            <a:pPr indent="0" lvl="0" marL="146050" rtl="0" algn="just">
              <a:lnSpc>
                <a:spcPct val="100000"/>
              </a:lnSpc>
              <a:spcBef>
                <a:spcPts val="0"/>
              </a:spcBef>
              <a:spcAft>
                <a:spcPts val="0"/>
              </a:spcAft>
              <a:buSzPts val="1300"/>
              <a:buNone/>
            </a:pPr>
            <a:r>
              <a:rPr b="1" lang="en-US" sz="1200">
                <a:latin typeface="Cambria"/>
                <a:ea typeface="Cambria"/>
                <a:cs typeface="Cambria"/>
                <a:sym typeface="Cambria"/>
              </a:rPr>
              <a:t>Origin:</a:t>
            </a:r>
            <a:endParaRPr>
              <a:latin typeface="Cambria"/>
              <a:ea typeface="Cambria"/>
              <a:cs typeface="Cambria"/>
              <a:sym typeface="Cambria"/>
            </a:endParaRPr>
          </a:p>
          <a:p>
            <a:pPr indent="-311150" lvl="0" marL="457200" rtl="0" algn="just">
              <a:lnSpc>
                <a:spcPct val="100000"/>
              </a:lnSpc>
              <a:spcBef>
                <a:spcPts val="0"/>
              </a:spcBef>
              <a:spcAft>
                <a:spcPts val="0"/>
              </a:spcAft>
              <a:buSzPts val="1300"/>
              <a:buFont typeface="Cambria"/>
              <a:buChar char="●"/>
            </a:pPr>
            <a:r>
              <a:rPr lang="en-US" sz="1200">
                <a:latin typeface="Cambria"/>
                <a:ea typeface="Cambria"/>
                <a:cs typeface="Cambria"/>
                <a:sym typeface="Cambria"/>
              </a:rPr>
              <a:t>In Cells of the breast, primarily in the milk-producing ducts (ductal carcinomas) or the glandular tissue called lobules (lobular carcinomas).</a:t>
            </a:r>
            <a:endParaRPr>
              <a:latin typeface="Cambria"/>
              <a:ea typeface="Cambria"/>
              <a:cs typeface="Cambria"/>
              <a:sym typeface="Cambria"/>
            </a:endParaRPr>
          </a:p>
          <a:p>
            <a:pPr indent="-228600" lvl="0" marL="457200" rtl="0" algn="just">
              <a:lnSpc>
                <a:spcPct val="100000"/>
              </a:lnSpc>
              <a:spcBef>
                <a:spcPts val="0"/>
              </a:spcBef>
              <a:spcAft>
                <a:spcPts val="0"/>
              </a:spcAft>
              <a:buSzPts val="1300"/>
              <a:buNone/>
            </a:pPr>
            <a:r>
              <a:t/>
            </a:r>
            <a:endParaRPr sz="1200">
              <a:latin typeface="Cambria"/>
              <a:ea typeface="Cambria"/>
              <a:cs typeface="Cambria"/>
              <a:sym typeface="Cambria"/>
            </a:endParaRPr>
          </a:p>
          <a:p>
            <a:pPr indent="0" lvl="0" marL="146050" rtl="0" algn="just">
              <a:lnSpc>
                <a:spcPct val="100000"/>
              </a:lnSpc>
              <a:spcBef>
                <a:spcPts val="0"/>
              </a:spcBef>
              <a:spcAft>
                <a:spcPts val="0"/>
              </a:spcAft>
              <a:buSzPts val="1300"/>
              <a:buNone/>
            </a:pPr>
            <a:r>
              <a:rPr b="1" lang="en-US" sz="1200">
                <a:latin typeface="Cambria"/>
                <a:ea typeface="Cambria"/>
                <a:cs typeface="Cambria"/>
                <a:sym typeface="Cambria"/>
              </a:rPr>
              <a:t>Types:</a:t>
            </a:r>
            <a:endParaRPr>
              <a:latin typeface="Cambria"/>
              <a:ea typeface="Cambria"/>
              <a:cs typeface="Cambria"/>
              <a:sym typeface="Cambria"/>
            </a:endParaRPr>
          </a:p>
          <a:p>
            <a:pPr indent="-311150" lvl="0" marL="457200" rtl="0" algn="just">
              <a:lnSpc>
                <a:spcPct val="100000"/>
              </a:lnSpc>
              <a:spcBef>
                <a:spcPts val="0"/>
              </a:spcBef>
              <a:spcAft>
                <a:spcPts val="0"/>
              </a:spcAft>
              <a:buSzPts val="1300"/>
              <a:buChar char="●"/>
            </a:pPr>
            <a:r>
              <a:rPr b="1" lang="en-US" sz="1200">
                <a:latin typeface="Cambria"/>
                <a:ea typeface="Cambria"/>
                <a:cs typeface="Cambria"/>
                <a:sym typeface="Cambria"/>
              </a:rPr>
              <a:t>Ductal Carcinoma In Situ (DCIS)</a:t>
            </a:r>
            <a:r>
              <a:rPr lang="en-US" sz="1200">
                <a:latin typeface="Cambria"/>
                <a:ea typeface="Cambria"/>
                <a:cs typeface="Cambria"/>
                <a:sym typeface="Cambria"/>
              </a:rPr>
              <a:t>: Non-invasive, confined to ducts.</a:t>
            </a:r>
            <a:endParaRPr>
              <a:latin typeface="Cambria"/>
              <a:ea typeface="Cambria"/>
              <a:cs typeface="Cambria"/>
              <a:sym typeface="Cambria"/>
            </a:endParaRPr>
          </a:p>
          <a:p>
            <a:pPr indent="-311150" lvl="0" marL="457200" rtl="0" algn="just">
              <a:lnSpc>
                <a:spcPct val="100000"/>
              </a:lnSpc>
              <a:spcBef>
                <a:spcPts val="0"/>
              </a:spcBef>
              <a:spcAft>
                <a:spcPts val="0"/>
              </a:spcAft>
              <a:buSzPts val="1300"/>
              <a:buChar char="●"/>
            </a:pPr>
            <a:r>
              <a:rPr b="1" lang="en-US" sz="1200">
                <a:latin typeface="Cambria"/>
                <a:ea typeface="Cambria"/>
                <a:cs typeface="Cambria"/>
                <a:sym typeface="Cambria"/>
              </a:rPr>
              <a:t>Invasive Ductal Carcinoma (IDC)</a:t>
            </a:r>
            <a:r>
              <a:rPr lang="en-US" sz="1200">
                <a:latin typeface="Cambria"/>
                <a:ea typeface="Cambria"/>
                <a:cs typeface="Cambria"/>
                <a:sym typeface="Cambria"/>
              </a:rPr>
              <a:t>: Most common, spreads beyond ducts.</a:t>
            </a:r>
            <a:endParaRPr>
              <a:latin typeface="Cambria"/>
              <a:ea typeface="Cambria"/>
              <a:cs typeface="Cambria"/>
              <a:sym typeface="Cambria"/>
            </a:endParaRPr>
          </a:p>
          <a:p>
            <a:pPr indent="-311150" lvl="0" marL="457200" rtl="0" algn="just">
              <a:lnSpc>
                <a:spcPct val="100000"/>
              </a:lnSpc>
              <a:spcBef>
                <a:spcPts val="0"/>
              </a:spcBef>
              <a:spcAft>
                <a:spcPts val="0"/>
              </a:spcAft>
              <a:buSzPts val="1300"/>
              <a:buChar char="●"/>
            </a:pPr>
            <a:r>
              <a:rPr b="1" lang="en-US" sz="1200">
                <a:latin typeface="Cambria"/>
                <a:ea typeface="Cambria"/>
                <a:cs typeface="Cambria"/>
                <a:sym typeface="Cambria"/>
              </a:rPr>
              <a:t>Invasive Lobular Carcinoma (ILC)</a:t>
            </a:r>
            <a:r>
              <a:rPr lang="en-US" sz="1200">
                <a:latin typeface="Cambria"/>
                <a:ea typeface="Cambria"/>
                <a:cs typeface="Cambria"/>
                <a:sym typeface="Cambria"/>
              </a:rPr>
              <a:t>: Begins in lobules, spreads to tissue.</a:t>
            </a:r>
            <a:endParaRPr>
              <a:latin typeface="Cambria"/>
              <a:ea typeface="Cambria"/>
              <a:cs typeface="Cambria"/>
              <a:sym typeface="Cambria"/>
            </a:endParaRPr>
          </a:p>
          <a:p>
            <a:pPr indent="-228600" lvl="0" marL="457200" rtl="0" algn="just">
              <a:lnSpc>
                <a:spcPct val="100000"/>
              </a:lnSpc>
              <a:spcBef>
                <a:spcPts val="0"/>
              </a:spcBef>
              <a:spcAft>
                <a:spcPts val="0"/>
              </a:spcAft>
              <a:buSzPts val="1300"/>
              <a:buNone/>
            </a:pPr>
            <a:r>
              <a:t/>
            </a:r>
            <a:endParaRPr sz="1200">
              <a:latin typeface="Cambria"/>
              <a:ea typeface="Cambria"/>
              <a:cs typeface="Cambria"/>
              <a:sym typeface="Cambria"/>
            </a:endParaRPr>
          </a:p>
          <a:p>
            <a:pPr indent="0" lvl="0" marL="146050" rtl="0" algn="just">
              <a:lnSpc>
                <a:spcPct val="100000"/>
              </a:lnSpc>
              <a:spcBef>
                <a:spcPts val="0"/>
              </a:spcBef>
              <a:spcAft>
                <a:spcPts val="0"/>
              </a:spcAft>
              <a:buSzPts val="1300"/>
              <a:buNone/>
            </a:pPr>
            <a:r>
              <a:rPr b="1" lang="en-US" sz="1200">
                <a:latin typeface="Cambria"/>
                <a:ea typeface="Cambria"/>
                <a:cs typeface="Cambria"/>
                <a:sym typeface="Cambria"/>
              </a:rPr>
              <a:t>Statistics:</a:t>
            </a:r>
            <a:endParaRPr>
              <a:latin typeface="Cambria"/>
              <a:ea typeface="Cambria"/>
              <a:cs typeface="Cambria"/>
              <a:sym typeface="Cambria"/>
            </a:endParaRPr>
          </a:p>
          <a:p>
            <a:pPr indent="-311150" lvl="0" marL="457200" rtl="0" algn="just">
              <a:lnSpc>
                <a:spcPct val="100000"/>
              </a:lnSpc>
              <a:spcBef>
                <a:spcPts val="0"/>
              </a:spcBef>
              <a:spcAft>
                <a:spcPts val="0"/>
              </a:spcAft>
              <a:buSzPts val="1300"/>
              <a:buFont typeface="Cambria"/>
              <a:buChar char="●"/>
            </a:pPr>
            <a:r>
              <a:rPr lang="en-US" sz="1200">
                <a:latin typeface="Cambria"/>
                <a:ea typeface="Cambria"/>
                <a:cs typeface="Cambria"/>
                <a:sym typeface="Cambria"/>
              </a:rPr>
              <a:t>In 2020, there were 2.3 million new cases of breast cancer globally.</a:t>
            </a:r>
            <a:endParaRPr>
              <a:latin typeface="Cambria"/>
              <a:ea typeface="Cambria"/>
              <a:cs typeface="Cambria"/>
              <a:sym typeface="Cambria"/>
            </a:endParaRPr>
          </a:p>
          <a:p>
            <a:pPr indent="-311150" lvl="0" marL="457200" rtl="0" algn="just">
              <a:lnSpc>
                <a:spcPct val="100000"/>
              </a:lnSpc>
              <a:spcBef>
                <a:spcPts val="0"/>
              </a:spcBef>
              <a:spcAft>
                <a:spcPts val="0"/>
              </a:spcAft>
              <a:buSzPts val="1300"/>
              <a:buFont typeface="Cambria"/>
              <a:buChar char="●"/>
            </a:pPr>
            <a:r>
              <a:rPr lang="en-US" sz="1200">
                <a:latin typeface="Cambria"/>
                <a:ea typeface="Cambria"/>
                <a:cs typeface="Cambria"/>
                <a:sym typeface="Cambria"/>
              </a:rPr>
              <a:t>In 2020, approximately 685,000 women died from breast cancer.</a:t>
            </a:r>
            <a:endParaRPr>
              <a:latin typeface="Cambria"/>
              <a:ea typeface="Cambria"/>
              <a:cs typeface="Cambria"/>
              <a:sym typeface="Cambria"/>
            </a:endParaRPr>
          </a:p>
        </p:txBody>
      </p:sp>
      <p:pic>
        <p:nvPicPr>
          <p:cNvPr descr="Breast Cancer Statistics | Susan G. Komen®" id="98" name="Google Shape;98;p2"/>
          <p:cNvPicPr preferRelativeResize="0"/>
          <p:nvPr/>
        </p:nvPicPr>
        <p:blipFill rotWithShape="1">
          <a:blip r:embed="rId3">
            <a:alphaModFix/>
          </a:blip>
          <a:srcRect b="1759" l="0" r="2" t="595"/>
          <a:stretch/>
        </p:blipFill>
        <p:spPr>
          <a:xfrm>
            <a:off x="216905" y="7822"/>
            <a:ext cx="3089543" cy="2918843"/>
          </a:xfrm>
          <a:prstGeom prst="rect">
            <a:avLst/>
          </a:prstGeom>
          <a:noFill/>
          <a:ln>
            <a:noFill/>
          </a:ln>
        </p:spPr>
      </p:pic>
      <p:pic>
        <p:nvPicPr>
          <p:cNvPr descr="Microscopic view of cells" id="99" name="Google Shape;99;p2"/>
          <p:cNvPicPr preferRelativeResize="0"/>
          <p:nvPr/>
        </p:nvPicPr>
        <p:blipFill rotWithShape="1">
          <a:blip r:embed="rId4">
            <a:alphaModFix/>
          </a:blip>
          <a:srcRect b="4" l="8860" r="61" t="0"/>
          <a:stretch/>
        </p:blipFill>
        <p:spPr>
          <a:xfrm>
            <a:off x="200494" y="2879306"/>
            <a:ext cx="3089544" cy="2264194"/>
          </a:xfrm>
          <a:prstGeom prst="rect">
            <a:avLst/>
          </a:prstGeom>
          <a:noFill/>
          <a:ln>
            <a:noFill/>
          </a:ln>
        </p:spPr>
      </p:pic>
      <p:sp>
        <p:nvSpPr>
          <p:cNvPr id="100" name="Google Shape;100;p2"/>
          <p:cNvSpPr txBox="1"/>
          <p:nvPr/>
        </p:nvSpPr>
        <p:spPr>
          <a:xfrm>
            <a:off x="3188808" y="2370022"/>
            <a:ext cx="402306" cy="215444"/>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800" u="sng" cap="none" strike="noStrike">
                <a:solidFill>
                  <a:schemeClr val="dk1"/>
                </a:solidFill>
                <a:latin typeface="Gill Sans"/>
                <a:ea typeface="Gill Sans"/>
                <a:cs typeface="Gill Sans"/>
                <a:sym typeface="Gill Sans"/>
                <a:hlinkClick r:id="rId5">
                  <a:extLst>
                    <a:ext uri="{A12FA001-AC4F-418D-AE19-62706E023703}">
                      <ahyp:hlinkClr val="tx"/>
                    </a:ext>
                  </a:extLst>
                </a:hlinkClick>
              </a:rPr>
              <a:t>Ref</a:t>
            </a:r>
            <a:endParaRPr b="0" i="0" sz="800" u="none" cap="none" strike="noStrike">
              <a:solidFill>
                <a:schemeClr val="dk1"/>
              </a:solidFill>
              <a:latin typeface="Gill Sans"/>
              <a:ea typeface="Gill Sans"/>
              <a:cs typeface="Gill Sans"/>
              <a:sym typeface="Gill Sans"/>
            </a:endParaRPr>
          </a:p>
        </p:txBody>
      </p:sp>
      <p:sp>
        <p:nvSpPr>
          <p:cNvPr id="101" name="Google Shape;101;p2"/>
          <p:cNvSpPr txBox="1"/>
          <p:nvPr/>
        </p:nvSpPr>
        <p:spPr>
          <a:xfrm>
            <a:off x="3226644" y="2617657"/>
            <a:ext cx="402306"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800" u="sng" cap="none" strike="noStrike">
                <a:solidFill>
                  <a:schemeClr val="dk1"/>
                </a:solidFill>
                <a:latin typeface="Gill Sans"/>
                <a:ea typeface="Gill Sans"/>
                <a:cs typeface="Gill Sans"/>
                <a:sym typeface="Gill Sans"/>
                <a:hlinkClick r:id="rId6">
                  <a:extLst>
                    <a:ext uri="{A12FA001-AC4F-418D-AE19-62706E023703}">
                      <ahyp:hlinkClr val="tx"/>
                    </a:ext>
                  </a:extLst>
                </a:hlinkClick>
              </a:rPr>
              <a:t>Ref</a:t>
            </a:r>
            <a:endParaRPr sz="800">
              <a:solidFill>
                <a:schemeClr val="dk1"/>
              </a:solidFill>
              <a:latin typeface="Gill Sans"/>
              <a:ea typeface="Gill Sans"/>
              <a:cs typeface="Gill Sans"/>
              <a:sym typeface="Gill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3"/>
          <p:cNvSpPr txBox="1"/>
          <p:nvPr>
            <p:ph type="title"/>
          </p:nvPr>
        </p:nvSpPr>
        <p:spPr>
          <a:xfrm>
            <a:off x="4714530" y="394855"/>
            <a:ext cx="3954430" cy="72390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t" bIns="91425" lIns="91425" spcFirstLastPara="1" rIns="91425" wrap="square" tIns="91425">
            <a:noAutofit/>
          </a:bodyPr>
          <a:lstStyle/>
          <a:p>
            <a:pPr indent="0" lvl="0" marL="0" rtl="0" algn="ctr">
              <a:lnSpc>
                <a:spcPct val="90000"/>
              </a:lnSpc>
              <a:spcBef>
                <a:spcPts val="0"/>
              </a:spcBef>
              <a:spcAft>
                <a:spcPts val="0"/>
              </a:spcAft>
              <a:buClr>
                <a:srgbClr val="262626"/>
              </a:buClr>
              <a:buSzPts val="2600"/>
              <a:buFont typeface="Gill Sans"/>
              <a:buNone/>
            </a:pPr>
            <a:r>
              <a:rPr lang="en-US" sz="2000"/>
              <a:t>BRCA AND ITS DEBILITATING EFFECTS</a:t>
            </a:r>
            <a:endParaRPr/>
          </a:p>
        </p:txBody>
      </p:sp>
      <p:sp>
        <p:nvSpPr>
          <p:cNvPr id="107" name="Google Shape;107;p3"/>
          <p:cNvSpPr txBox="1"/>
          <p:nvPr>
            <p:ph idx="1" type="body"/>
          </p:nvPr>
        </p:nvSpPr>
        <p:spPr>
          <a:xfrm>
            <a:off x="103839" y="3304308"/>
            <a:ext cx="4468160" cy="1551063"/>
          </a:xfrm>
          <a:prstGeom prst="rect">
            <a:avLst/>
          </a:prstGeom>
          <a:noFill/>
          <a:ln>
            <a:noFill/>
          </a:ln>
        </p:spPr>
        <p:txBody>
          <a:bodyPr anchorCtr="0" anchor="ctr" bIns="45700" lIns="91425" spcFirstLastPara="1" rIns="91425" wrap="square" tIns="45700">
            <a:noAutofit/>
          </a:bodyPr>
          <a:lstStyle/>
          <a:p>
            <a:pPr indent="0" lvl="0" marL="146050" rtl="0" algn="just">
              <a:lnSpc>
                <a:spcPct val="115000"/>
              </a:lnSpc>
              <a:spcBef>
                <a:spcPts val="0"/>
              </a:spcBef>
              <a:spcAft>
                <a:spcPts val="0"/>
              </a:spcAft>
              <a:buSzPts val="1300"/>
              <a:buNone/>
            </a:pPr>
            <a:r>
              <a:rPr b="1" lang="en-US" sz="1200">
                <a:latin typeface="Cambria"/>
                <a:ea typeface="Cambria"/>
                <a:cs typeface="Cambria"/>
                <a:sym typeface="Cambria"/>
              </a:rPr>
              <a:t>Survival Rates:</a:t>
            </a:r>
            <a:endParaRPr>
              <a:latin typeface="Cambria"/>
              <a:ea typeface="Cambria"/>
              <a:cs typeface="Cambria"/>
              <a:sym typeface="Cambria"/>
            </a:endParaRPr>
          </a:p>
          <a:p>
            <a:pPr indent="0" lvl="0" marL="146050" rtl="0" algn="just">
              <a:lnSpc>
                <a:spcPct val="115000"/>
              </a:lnSpc>
              <a:spcBef>
                <a:spcPts val="0"/>
              </a:spcBef>
              <a:spcAft>
                <a:spcPts val="0"/>
              </a:spcAft>
              <a:buSzPts val="1300"/>
              <a:buNone/>
            </a:pPr>
            <a:r>
              <a:rPr lang="en-US" sz="1200">
                <a:latin typeface="Cambria"/>
                <a:ea typeface="Cambria"/>
                <a:cs typeface="Cambria"/>
                <a:sym typeface="Cambria"/>
              </a:rPr>
              <a:t>The 5-year relative survival rate for:</a:t>
            </a:r>
            <a:endParaRPr>
              <a:latin typeface="Cambria"/>
              <a:ea typeface="Cambria"/>
              <a:cs typeface="Cambria"/>
              <a:sym typeface="Cambria"/>
            </a:endParaRPr>
          </a:p>
          <a:p>
            <a:pPr indent="-311150" lvl="0" marL="457200" rtl="0" algn="just">
              <a:lnSpc>
                <a:spcPct val="115000"/>
              </a:lnSpc>
              <a:spcBef>
                <a:spcPts val="0"/>
              </a:spcBef>
              <a:spcAft>
                <a:spcPts val="0"/>
              </a:spcAft>
              <a:buSzPts val="1300"/>
              <a:buFont typeface="Cambria"/>
              <a:buChar char="●"/>
            </a:pPr>
            <a:r>
              <a:rPr lang="en-US" sz="1200">
                <a:latin typeface="Cambria"/>
                <a:ea typeface="Cambria"/>
                <a:cs typeface="Cambria"/>
                <a:sym typeface="Cambria"/>
              </a:rPr>
              <a:t>localized breast cancer (confined to the primary site) ~ 99%.</a:t>
            </a:r>
            <a:endParaRPr>
              <a:latin typeface="Cambria"/>
              <a:ea typeface="Cambria"/>
              <a:cs typeface="Cambria"/>
              <a:sym typeface="Cambria"/>
            </a:endParaRPr>
          </a:p>
          <a:p>
            <a:pPr indent="-311150" lvl="0" marL="457200" rtl="0" algn="just">
              <a:lnSpc>
                <a:spcPct val="115000"/>
              </a:lnSpc>
              <a:spcBef>
                <a:spcPts val="0"/>
              </a:spcBef>
              <a:spcAft>
                <a:spcPts val="0"/>
              </a:spcAft>
              <a:buSzPts val="1300"/>
              <a:buFont typeface="Cambria"/>
              <a:buChar char="●"/>
            </a:pPr>
            <a:r>
              <a:rPr lang="en-US" sz="1200">
                <a:latin typeface="Cambria"/>
                <a:ea typeface="Cambria"/>
                <a:cs typeface="Cambria"/>
                <a:sym typeface="Cambria"/>
              </a:rPr>
              <a:t>breast cancer that has spread to regional lymph nodes ~ 86%.</a:t>
            </a:r>
            <a:endParaRPr>
              <a:latin typeface="Cambria"/>
              <a:ea typeface="Cambria"/>
              <a:cs typeface="Cambria"/>
              <a:sym typeface="Cambria"/>
            </a:endParaRPr>
          </a:p>
          <a:p>
            <a:pPr indent="-311150" lvl="0" marL="457200" rtl="0" algn="just">
              <a:lnSpc>
                <a:spcPct val="115000"/>
              </a:lnSpc>
              <a:spcBef>
                <a:spcPts val="0"/>
              </a:spcBef>
              <a:spcAft>
                <a:spcPts val="0"/>
              </a:spcAft>
              <a:buSzPts val="1300"/>
              <a:buFont typeface="Cambria"/>
              <a:buChar char="●"/>
            </a:pPr>
            <a:r>
              <a:rPr lang="en-US" sz="1200">
                <a:latin typeface="Cambria"/>
                <a:ea typeface="Cambria"/>
                <a:cs typeface="Cambria"/>
                <a:sym typeface="Cambria"/>
              </a:rPr>
              <a:t>metastatic breast cancer (spread to distant parts of the body) ~ 29%.</a:t>
            </a:r>
            <a:endParaRPr>
              <a:latin typeface="Cambria"/>
              <a:ea typeface="Cambria"/>
              <a:cs typeface="Cambria"/>
              <a:sym typeface="Cambria"/>
            </a:endParaRPr>
          </a:p>
        </p:txBody>
      </p:sp>
      <p:pic>
        <p:nvPicPr>
          <p:cNvPr descr="A graph of different colored bars&#10;&#10;Description automatically generated" id="108" name="Google Shape;108;p3"/>
          <p:cNvPicPr preferRelativeResize="0"/>
          <p:nvPr/>
        </p:nvPicPr>
        <p:blipFill rotWithShape="1">
          <a:blip r:embed="rId3">
            <a:alphaModFix/>
          </a:blip>
          <a:srcRect b="0" l="0" r="0" t="0"/>
          <a:stretch/>
        </p:blipFill>
        <p:spPr>
          <a:xfrm>
            <a:off x="103839" y="110836"/>
            <a:ext cx="4468160" cy="2881745"/>
          </a:xfrm>
          <a:prstGeom prst="rect">
            <a:avLst/>
          </a:prstGeom>
          <a:noFill/>
          <a:ln>
            <a:noFill/>
          </a:ln>
        </p:spPr>
      </p:pic>
      <p:sp>
        <p:nvSpPr>
          <p:cNvPr id="109" name="Google Shape;109;p3"/>
          <p:cNvSpPr txBox="1"/>
          <p:nvPr/>
        </p:nvSpPr>
        <p:spPr>
          <a:xfrm>
            <a:off x="4714530" y="1577706"/>
            <a:ext cx="3954300" cy="2886000"/>
          </a:xfrm>
          <a:prstGeom prst="rect">
            <a:avLst/>
          </a:prstGeom>
          <a:noFill/>
          <a:ln>
            <a:noFill/>
          </a:ln>
        </p:spPr>
        <p:txBody>
          <a:bodyPr anchorCtr="0" anchor="t" bIns="45700" lIns="91425" spcFirstLastPara="1" rIns="91425" wrap="square" tIns="45700">
            <a:spAutoFit/>
          </a:bodyPr>
          <a:lstStyle/>
          <a:p>
            <a:pPr indent="0" lvl="0" marL="146050" marR="0" rtl="0" algn="just">
              <a:lnSpc>
                <a:spcPct val="150000"/>
              </a:lnSpc>
              <a:spcBef>
                <a:spcPts val="0"/>
              </a:spcBef>
              <a:spcAft>
                <a:spcPts val="0"/>
              </a:spcAft>
              <a:buClr>
                <a:srgbClr val="9BAFB5"/>
              </a:buClr>
              <a:buSzPts val="1300"/>
              <a:buFont typeface="Arial"/>
              <a:buNone/>
            </a:pPr>
            <a:r>
              <a:rPr b="1" i="0" lang="en-US" sz="1200" u="none" cap="none" strike="noStrike">
                <a:solidFill>
                  <a:srgbClr val="262626"/>
                </a:solidFill>
                <a:latin typeface="Cambria"/>
                <a:ea typeface="Cambria"/>
                <a:cs typeface="Cambria"/>
                <a:sym typeface="Cambria"/>
              </a:rPr>
              <a:t>Risk Factors:</a:t>
            </a:r>
            <a:endParaRPr>
              <a:latin typeface="Cambria"/>
              <a:ea typeface="Cambria"/>
              <a:cs typeface="Cambria"/>
              <a:sym typeface="Cambria"/>
            </a:endParaRPr>
          </a:p>
          <a:p>
            <a:pPr indent="-311150" lvl="0" marL="457200" marR="0" rtl="0" algn="just">
              <a:lnSpc>
                <a:spcPct val="150000"/>
              </a:lnSpc>
              <a:spcBef>
                <a:spcPts val="0"/>
              </a:spcBef>
              <a:spcAft>
                <a:spcPts val="0"/>
              </a:spcAft>
              <a:buClr>
                <a:srgbClr val="9BAFB5"/>
              </a:buClr>
              <a:buSzPts val="1300"/>
              <a:buFont typeface="Cambria"/>
              <a:buChar char="●"/>
            </a:pPr>
            <a:r>
              <a:rPr i="0" lang="en-US" sz="1200" u="none" cap="none" strike="noStrike">
                <a:solidFill>
                  <a:srgbClr val="262626"/>
                </a:solidFill>
                <a:latin typeface="Cambria"/>
                <a:ea typeface="Cambria"/>
                <a:cs typeface="Cambria"/>
                <a:sym typeface="Cambria"/>
              </a:rPr>
              <a:t>Age, with most cases diagnosed after age 50.</a:t>
            </a:r>
            <a:endParaRPr>
              <a:latin typeface="Cambria"/>
              <a:ea typeface="Cambria"/>
              <a:cs typeface="Cambria"/>
              <a:sym typeface="Cambria"/>
            </a:endParaRPr>
          </a:p>
          <a:p>
            <a:pPr indent="-311150" lvl="0" marL="457200" marR="0" rtl="0" algn="just">
              <a:lnSpc>
                <a:spcPct val="150000"/>
              </a:lnSpc>
              <a:spcBef>
                <a:spcPts val="0"/>
              </a:spcBef>
              <a:spcAft>
                <a:spcPts val="0"/>
              </a:spcAft>
              <a:buClr>
                <a:srgbClr val="9BAFB5"/>
              </a:buClr>
              <a:buSzPts val="1300"/>
              <a:buFont typeface="Cambria"/>
              <a:buChar char="●"/>
            </a:pPr>
            <a:r>
              <a:rPr i="0" lang="en-US" sz="1200" u="none" cap="none" strike="noStrike">
                <a:solidFill>
                  <a:srgbClr val="262626"/>
                </a:solidFill>
                <a:latin typeface="Cambria"/>
                <a:ea typeface="Cambria"/>
                <a:cs typeface="Cambria"/>
                <a:sym typeface="Cambria"/>
              </a:rPr>
              <a:t>Family history and genetic mutations (such as BRCA1 and BRCA2).</a:t>
            </a:r>
            <a:endParaRPr>
              <a:latin typeface="Cambria"/>
              <a:ea typeface="Cambria"/>
              <a:cs typeface="Cambria"/>
              <a:sym typeface="Cambria"/>
            </a:endParaRPr>
          </a:p>
          <a:p>
            <a:pPr indent="-311150" lvl="0" marL="457200" marR="0" rtl="0" algn="just">
              <a:lnSpc>
                <a:spcPct val="150000"/>
              </a:lnSpc>
              <a:spcBef>
                <a:spcPts val="0"/>
              </a:spcBef>
              <a:spcAft>
                <a:spcPts val="0"/>
              </a:spcAft>
              <a:buClr>
                <a:srgbClr val="9BAFB5"/>
              </a:buClr>
              <a:buSzPts val="1300"/>
              <a:buFont typeface="Cambria"/>
              <a:buChar char="●"/>
            </a:pPr>
            <a:r>
              <a:rPr i="0" lang="en-US" sz="1200" u="none" cap="none" strike="noStrike">
                <a:solidFill>
                  <a:srgbClr val="262626"/>
                </a:solidFill>
                <a:latin typeface="Cambria"/>
                <a:ea typeface="Cambria"/>
                <a:cs typeface="Cambria"/>
                <a:sym typeface="Cambria"/>
              </a:rPr>
              <a:t>Reproductive history, including factors such as early menstruation and late menopause.</a:t>
            </a:r>
            <a:endParaRPr>
              <a:latin typeface="Cambria"/>
              <a:ea typeface="Cambria"/>
              <a:cs typeface="Cambria"/>
              <a:sym typeface="Cambria"/>
            </a:endParaRPr>
          </a:p>
          <a:p>
            <a:pPr indent="-311150" lvl="0" marL="457200" marR="0" rtl="0" algn="just">
              <a:lnSpc>
                <a:spcPct val="150000"/>
              </a:lnSpc>
              <a:spcBef>
                <a:spcPts val="0"/>
              </a:spcBef>
              <a:spcAft>
                <a:spcPts val="0"/>
              </a:spcAft>
              <a:buClr>
                <a:srgbClr val="9BAFB5"/>
              </a:buClr>
              <a:buSzPts val="1300"/>
              <a:buFont typeface="Cambria"/>
              <a:buChar char="●"/>
            </a:pPr>
            <a:r>
              <a:rPr i="0" lang="en-US" sz="1200" u="none" cap="none" strike="noStrike">
                <a:solidFill>
                  <a:srgbClr val="262626"/>
                </a:solidFill>
                <a:latin typeface="Cambria"/>
                <a:ea typeface="Cambria"/>
                <a:cs typeface="Cambria"/>
                <a:sym typeface="Cambria"/>
              </a:rPr>
              <a:t>Hormonal factors, including hormone replacement therapy and birth control.</a:t>
            </a:r>
            <a:endParaRPr>
              <a:latin typeface="Cambria"/>
              <a:ea typeface="Cambria"/>
              <a:cs typeface="Cambria"/>
              <a:sym typeface="Cambria"/>
            </a:endParaRPr>
          </a:p>
          <a:p>
            <a:pPr indent="-311150" lvl="0" marL="457200" marR="0" rtl="0" algn="just">
              <a:lnSpc>
                <a:spcPct val="150000"/>
              </a:lnSpc>
              <a:spcBef>
                <a:spcPts val="0"/>
              </a:spcBef>
              <a:spcAft>
                <a:spcPts val="0"/>
              </a:spcAft>
              <a:buClr>
                <a:srgbClr val="9BAFB5"/>
              </a:buClr>
              <a:buSzPts val="1300"/>
              <a:buFont typeface="Cambria"/>
              <a:buChar char="●"/>
            </a:pPr>
            <a:r>
              <a:rPr i="0" lang="en-US" sz="1200" u="none" cap="none" strike="noStrike">
                <a:solidFill>
                  <a:srgbClr val="262626"/>
                </a:solidFill>
                <a:latin typeface="Cambria"/>
                <a:ea typeface="Cambria"/>
                <a:cs typeface="Cambria"/>
                <a:sym typeface="Cambria"/>
              </a:rPr>
              <a:t>Lifestyle factors, including alcohol consumption, obesity, and lack of physical activity.</a:t>
            </a:r>
            <a:endParaRPr>
              <a:latin typeface="Cambria"/>
              <a:ea typeface="Cambria"/>
              <a:cs typeface="Cambria"/>
              <a:sym typeface="Cambri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4"/>
          <p:cNvSpPr txBox="1"/>
          <p:nvPr>
            <p:ph type="title"/>
          </p:nvPr>
        </p:nvSpPr>
        <p:spPr>
          <a:xfrm>
            <a:off x="2155425" y="389375"/>
            <a:ext cx="4833150" cy="41415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rgbClr val="262626"/>
              </a:buClr>
              <a:buSzPts val="2600"/>
              <a:buFont typeface="Gill Sans"/>
              <a:buNone/>
            </a:pPr>
            <a:r>
              <a:rPr lang="en-US" sz="2000"/>
              <a:t>KAPLAN MEIER SURVIVAL ANALYSIS</a:t>
            </a:r>
            <a:endParaRPr sz="2000"/>
          </a:p>
        </p:txBody>
      </p:sp>
      <p:grpSp>
        <p:nvGrpSpPr>
          <p:cNvPr id="115" name="Google Shape;115;p4"/>
          <p:cNvGrpSpPr/>
          <p:nvPr/>
        </p:nvGrpSpPr>
        <p:grpSpPr>
          <a:xfrm>
            <a:off x="205919" y="1370378"/>
            <a:ext cx="4130554" cy="3383747"/>
            <a:chOff x="205919" y="1023524"/>
            <a:chExt cx="4130554" cy="3383747"/>
          </a:xfrm>
        </p:grpSpPr>
        <p:sp>
          <p:nvSpPr>
            <p:cNvPr id="116" name="Google Shape;116;p4"/>
            <p:cNvSpPr txBox="1"/>
            <p:nvPr/>
          </p:nvSpPr>
          <p:spPr>
            <a:xfrm>
              <a:off x="205919" y="1023524"/>
              <a:ext cx="4130554" cy="3383747"/>
            </a:xfrm>
            <a:prstGeom prst="rect">
              <a:avLst/>
            </a:prstGeom>
            <a:noFill/>
            <a:ln>
              <a:noFill/>
            </a:ln>
          </p:spPr>
          <p:txBody>
            <a:bodyPr anchorCtr="0" anchor="t" bIns="45700" lIns="91425" spcFirstLastPara="1" rIns="91425" wrap="square" tIns="45700">
              <a:spAutoFit/>
            </a:bodyPr>
            <a:lstStyle/>
            <a:p>
              <a:pPr indent="0" lvl="0" marL="146050" marR="0" rtl="0" algn="just">
                <a:lnSpc>
                  <a:spcPct val="150000"/>
                </a:lnSpc>
                <a:spcBef>
                  <a:spcPts val="0"/>
                </a:spcBef>
                <a:spcAft>
                  <a:spcPts val="0"/>
                </a:spcAft>
                <a:buClr>
                  <a:srgbClr val="9BAFB5"/>
                </a:buClr>
                <a:buSzPts val="1300"/>
                <a:buFont typeface="Arial"/>
                <a:buNone/>
              </a:pPr>
              <a:r>
                <a:rPr b="1" i="0" lang="en-US" sz="1200" u="none" cap="none" strike="noStrike">
                  <a:solidFill>
                    <a:srgbClr val="262626"/>
                  </a:solidFill>
                  <a:latin typeface="Cambria"/>
                  <a:ea typeface="Cambria"/>
                  <a:cs typeface="Cambria"/>
                  <a:sym typeface="Cambria"/>
                </a:rPr>
                <a:t>KM Analysis:</a:t>
              </a:r>
              <a:endParaRPr/>
            </a:p>
            <a:p>
              <a:pPr indent="-311150" lvl="0" marL="457200" marR="0" rtl="0" algn="just">
                <a:lnSpc>
                  <a:spcPct val="150000"/>
                </a:lnSpc>
                <a:spcBef>
                  <a:spcPts val="0"/>
                </a:spcBef>
                <a:spcAft>
                  <a:spcPts val="0"/>
                </a:spcAft>
                <a:buClr>
                  <a:srgbClr val="9BAFB5"/>
                </a:buClr>
                <a:buSzPts val="1300"/>
                <a:buFont typeface="Arial"/>
                <a:buChar char="●"/>
              </a:pPr>
              <a:r>
                <a:rPr b="0" i="0" lang="en-US" sz="1200" u="none" cap="none" strike="noStrike">
                  <a:solidFill>
                    <a:srgbClr val="262626"/>
                  </a:solidFill>
                  <a:latin typeface="Cambria"/>
                  <a:ea typeface="Cambria"/>
                  <a:cs typeface="Cambria"/>
                  <a:sym typeface="Cambria"/>
                </a:rPr>
                <a:t>Non-parametric statistic to describe survival function from lifetime data / time-series data.</a:t>
              </a:r>
              <a:endParaRPr/>
            </a:p>
            <a:p>
              <a:pPr indent="-311150" lvl="0" marL="457200" marR="0" rtl="0" algn="just">
                <a:lnSpc>
                  <a:spcPct val="150000"/>
                </a:lnSpc>
                <a:spcBef>
                  <a:spcPts val="0"/>
                </a:spcBef>
                <a:spcAft>
                  <a:spcPts val="0"/>
                </a:spcAft>
                <a:buClr>
                  <a:srgbClr val="9BAFB5"/>
                </a:buClr>
                <a:buSzPts val="1300"/>
                <a:buFont typeface="Arial"/>
                <a:buChar char="●"/>
              </a:pPr>
              <a:r>
                <a:rPr lang="en-US" sz="1200">
                  <a:solidFill>
                    <a:srgbClr val="262626"/>
                  </a:solidFill>
                  <a:latin typeface="Cambria"/>
                  <a:ea typeface="Cambria"/>
                  <a:cs typeface="Cambria"/>
                  <a:sym typeface="Cambria"/>
                </a:rPr>
                <a:t>Survival Function: P (patient surviving or not)</a:t>
              </a:r>
              <a:endParaRPr/>
            </a:p>
            <a:p>
              <a:pPr indent="-228600" lvl="0" marL="457200" marR="0" rtl="0" algn="just">
                <a:lnSpc>
                  <a:spcPct val="150000"/>
                </a:lnSpc>
                <a:spcBef>
                  <a:spcPts val="0"/>
                </a:spcBef>
                <a:spcAft>
                  <a:spcPts val="0"/>
                </a:spcAft>
                <a:buClr>
                  <a:srgbClr val="9BAFB5"/>
                </a:buClr>
                <a:buSzPts val="1300"/>
                <a:buFont typeface="Arial"/>
                <a:buNone/>
              </a:pPr>
              <a:r>
                <a:t/>
              </a:r>
              <a:endParaRPr b="0" i="0" sz="1200" u="none" cap="none" strike="noStrike">
                <a:solidFill>
                  <a:srgbClr val="262626"/>
                </a:solidFill>
                <a:latin typeface="Cambria"/>
                <a:ea typeface="Cambria"/>
                <a:cs typeface="Cambria"/>
                <a:sym typeface="Cambria"/>
              </a:endParaRPr>
            </a:p>
            <a:p>
              <a:pPr indent="-228600" lvl="0" marL="457200" marR="0" rtl="0" algn="just">
                <a:lnSpc>
                  <a:spcPct val="150000"/>
                </a:lnSpc>
                <a:spcBef>
                  <a:spcPts val="0"/>
                </a:spcBef>
                <a:spcAft>
                  <a:spcPts val="0"/>
                </a:spcAft>
                <a:buClr>
                  <a:srgbClr val="9BAFB5"/>
                </a:buClr>
                <a:buSzPts val="1300"/>
                <a:buFont typeface="Arial"/>
                <a:buNone/>
              </a:pPr>
              <a:r>
                <a:t/>
              </a:r>
              <a:endParaRPr sz="1200">
                <a:solidFill>
                  <a:srgbClr val="262626"/>
                </a:solidFill>
                <a:latin typeface="Cambria"/>
                <a:ea typeface="Cambria"/>
                <a:cs typeface="Cambria"/>
                <a:sym typeface="Cambria"/>
              </a:endParaRPr>
            </a:p>
            <a:p>
              <a:pPr indent="-311150" lvl="0" marL="457200" marR="0" rtl="0" algn="just">
                <a:lnSpc>
                  <a:spcPct val="150000"/>
                </a:lnSpc>
                <a:spcBef>
                  <a:spcPts val="0"/>
                </a:spcBef>
                <a:spcAft>
                  <a:spcPts val="0"/>
                </a:spcAft>
                <a:buClr>
                  <a:srgbClr val="9BAFB5"/>
                </a:buClr>
                <a:buSzPts val="1300"/>
                <a:buFont typeface="Arial"/>
                <a:buChar char="●"/>
              </a:pPr>
              <a:r>
                <a:rPr lang="en-US" sz="1200">
                  <a:solidFill>
                    <a:srgbClr val="262626"/>
                  </a:solidFill>
                  <a:latin typeface="Cambria"/>
                  <a:ea typeface="Cambria"/>
                  <a:cs typeface="Cambria"/>
                  <a:sym typeface="Cambria"/>
                </a:rPr>
                <a:t>S(t) is probability that life is &gt; t</a:t>
              </a:r>
              <a:endParaRPr/>
            </a:p>
            <a:p>
              <a:pPr indent="-311150" lvl="0" marL="457200" marR="0" rtl="0" algn="just">
                <a:lnSpc>
                  <a:spcPct val="150000"/>
                </a:lnSpc>
                <a:spcBef>
                  <a:spcPts val="0"/>
                </a:spcBef>
                <a:spcAft>
                  <a:spcPts val="0"/>
                </a:spcAft>
                <a:buClr>
                  <a:srgbClr val="9BAFB5"/>
                </a:buClr>
                <a:buSzPts val="1300"/>
                <a:buFont typeface="Arial"/>
                <a:buChar char="●"/>
              </a:pPr>
              <a:r>
                <a:rPr lang="en-US" sz="1200">
                  <a:solidFill>
                    <a:srgbClr val="262626"/>
                  </a:solidFill>
                  <a:latin typeface="Cambria"/>
                  <a:ea typeface="Cambria"/>
                  <a:cs typeface="Cambria"/>
                  <a:sym typeface="Cambria"/>
                </a:rPr>
                <a:t>t</a:t>
              </a:r>
              <a:r>
                <a:rPr baseline="-25000" lang="en-US" sz="1200">
                  <a:solidFill>
                    <a:srgbClr val="262626"/>
                  </a:solidFill>
                  <a:latin typeface="Cambria"/>
                  <a:ea typeface="Cambria"/>
                  <a:cs typeface="Cambria"/>
                  <a:sym typeface="Cambria"/>
                </a:rPr>
                <a:t>i</a:t>
              </a:r>
              <a:r>
                <a:rPr lang="en-US" sz="1200">
                  <a:solidFill>
                    <a:srgbClr val="262626"/>
                  </a:solidFill>
                  <a:latin typeface="Cambria"/>
                  <a:ea typeface="Cambria"/>
                  <a:cs typeface="Cambria"/>
                  <a:sym typeface="Cambria"/>
                </a:rPr>
                <a:t> is time when &gt;=1 event happened</a:t>
              </a:r>
              <a:endParaRPr/>
            </a:p>
            <a:p>
              <a:pPr indent="-311150" lvl="0" marL="457200" marR="0" rtl="0" algn="just">
                <a:lnSpc>
                  <a:spcPct val="150000"/>
                </a:lnSpc>
                <a:spcBef>
                  <a:spcPts val="0"/>
                </a:spcBef>
                <a:spcAft>
                  <a:spcPts val="0"/>
                </a:spcAft>
                <a:buClr>
                  <a:srgbClr val="9BAFB5"/>
                </a:buClr>
                <a:buSzPts val="1300"/>
                <a:buFont typeface="Arial"/>
                <a:buChar char="●"/>
              </a:pPr>
              <a:r>
                <a:rPr lang="en-US" sz="1200">
                  <a:solidFill>
                    <a:srgbClr val="262626"/>
                  </a:solidFill>
                  <a:latin typeface="Cambria"/>
                  <a:ea typeface="Cambria"/>
                  <a:cs typeface="Cambria"/>
                  <a:sym typeface="Cambria"/>
                </a:rPr>
                <a:t>d</a:t>
              </a:r>
              <a:r>
                <a:rPr baseline="-25000" lang="en-US" sz="1200">
                  <a:solidFill>
                    <a:srgbClr val="262626"/>
                  </a:solidFill>
                  <a:latin typeface="Cambria"/>
                  <a:ea typeface="Cambria"/>
                  <a:cs typeface="Cambria"/>
                  <a:sym typeface="Cambria"/>
                </a:rPr>
                <a:t>i</a:t>
              </a:r>
              <a:r>
                <a:rPr lang="en-US" sz="1200">
                  <a:solidFill>
                    <a:srgbClr val="262626"/>
                  </a:solidFill>
                  <a:latin typeface="Cambria"/>
                  <a:ea typeface="Cambria"/>
                  <a:cs typeface="Cambria"/>
                  <a:sym typeface="Cambria"/>
                </a:rPr>
                <a:t> is number of events (deaths) happened at t</a:t>
              </a:r>
              <a:r>
                <a:rPr baseline="-25000" lang="en-US" sz="1200">
                  <a:solidFill>
                    <a:srgbClr val="262626"/>
                  </a:solidFill>
                  <a:latin typeface="Cambria"/>
                  <a:ea typeface="Cambria"/>
                  <a:cs typeface="Cambria"/>
                  <a:sym typeface="Cambria"/>
                </a:rPr>
                <a:t>i</a:t>
              </a:r>
              <a:endParaRPr baseline="-25000" sz="1200">
                <a:solidFill>
                  <a:srgbClr val="262626"/>
                </a:solidFill>
                <a:latin typeface="Cambria"/>
                <a:ea typeface="Cambria"/>
                <a:cs typeface="Cambria"/>
                <a:sym typeface="Cambria"/>
              </a:endParaRPr>
            </a:p>
            <a:p>
              <a:pPr indent="-311150" lvl="0" marL="457200" marR="0" rtl="0" algn="just">
                <a:lnSpc>
                  <a:spcPct val="150000"/>
                </a:lnSpc>
                <a:spcBef>
                  <a:spcPts val="0"/>
                </a:spcBef>
                <a:spcAft>
                  <a:spcPts val="0"/>
                </a:spcAft>
                <a:buClr>
                  <a:srgbClr val="9BAFB5"/>
                </a:buClr>
                <a:buSzPts val="1300"/>
                <a:buFont typeface="Arial"/>
                <a:buChar char="●"/>
              </a:pPr>
              <a:r>
                <a:rPr lang="en-US" sz="1200">
                  <a:solidFill>
                    <a:srgbClr val="262626"/>
                  </a:solidFill>
                  <a:latin typeface="Cambria"/>
                  <a:ea typeface="Cambria"/>
                  <a:cs typeface="Cambria"/>
                  <a:sym typeface="Cambria"/>
                </a:rPr>
                <a:t>n</a:t>
              </a:r>
              <a:r>
                <a:rPr baseline="-25000" lang="en-US" sz="1200">
                  <a:solidFill>
                    <a:srgbClr val="262626"/>
                  </a:solidFill>
                  <a:latin typeface="Cambria"/>
                  <a:ea typeface="Cambria"/>
                  <a:cs typeface="Cambria"/>
                  <a:sym typeface="Cambria"/>
                </a:rPr>
                <a:t>i</a:t>
              </a:r>
              <a:r>
                <a:rPr lang="en-US" sz="1200">
                  <a:solidFill>
                    <a:srgbClr val="262626"/>
                  </a:solidFill>
                  <a:latin typeface="Cambria"/>
                  <a:ea typeface="Cambria"/>
                  <a:cs typeface="Cambria"/>
                  <a:sym typeface="Cambria"/>
                </a:rPr>
                <a:t> is individuals known to have survived to t</a:t>
              </a:r>
              <a:r>
                <a:rPr baseline="-25000" lang="en-US" sz="1200">
                  <a:solidFill>
                    <a:srgbClr val="262626"/>
                  </a:solidFill>
                  <a:latin typeface="Cambria"/>
                  <a:ea typeface="Cambria"/>
                  <a:cs typeface="Cambria"/>
                  <a:sym typeface="Cambria"/>
                </a:rPr>
                <a:t>i</a:t>
              </a:r>
              <a:endParaRPr baseline="-25000" sz="1200">
                <a:solidFill>
                  <a:srgbClr val="262626"/>
                </a:solidFill>
                <a:latin typeface="Cambria"/>
                <a:ea typeface="Cambria"/>
                <a:cs typeface="Cambria"/>
                <a:sym typeface="Cambria"/>
              </a:endParaRPr>
            </a:p>
            <a:p>
              <a:pPr indent="-228600" lvl="0" marL="457200" marR="0" rtl="0" algn="just">
                <a:lnSpc>
                  <a:spcPct val="150000"/>
                </a:lnSpc>
                <a:spcBef>
                  <a:spcPts val="0"/>
                </a:spcBef>
                <a:spcAft>
                  <a:spcPts val="0"/>
                </a:spcAft>
                <a:buClr>
                  <a:srgbClr val="9BAFB5"/>
                </a:buClr>
                <a:buSzPts val="1300"/>
                <a:buFont typeface="Arial"/>
                <a:buNone/>
              </a:pPr>
              <a:r>
                <a:t/>
              </a:r>
              <a:endParaRPr sz="1200">
                <a:solidFill>
                  <a:srgbClr val="262626"/>
                </a:solidFill>
                <a:latin typeface="Cambria"/>
                <a:ea typeface="Cambria"/>
                <a:cs typeface="Cambria"/>
                <a:sym typeface="Cambria"/>
              </a:endParaRPr>
            </a:p>
            <a:p>
              <a:pPr indent="-228600" lvl="0" marL="457200" marR="0" rtl="0" algn="just">
                <a:lnSpc>
                  <a:spcPct val="150000"/>
                </a:lnSpc>
                <a:spcBef>
                  <a:spcPts val="0"/>
                </a:spcBef>
                <a:spcAft>
                  <a:spcPts val="0"/>
                </a:spcAft>
                <a:buClr>
                  <a:srgbClr val="9BAFB5"/>
                </a:buClr>
                <a:buSzPts val="1300"/>
                <a:buFont typeface="Arial"/>
                <a:buNone/>
              </a:pPr>
              <a:r>
                <a:t/>
              </a:r>
              <a:endParaRPr sz="1200">
                <a:solidFill>
                  <a:srgbClr val="262626"/>
                </a:solidFill>
                <a:latin typeface="Cambria"/>
                <a:ea typeface="Cambria"/>
                <a:cs typeface="Cambria"/>
                <a:sym typeface="Cambria"/>
              </a:endParaRPr>
            </a:p>
          </p:txBody>
        </p:sp>
        <p:pic>
          <p:nvPicPr>
            <p:cNvPr id="117" name="Google Shape;117;p4"/>
            <p:cNvPicPr preferRelativeResize="0"/>
            <p:nvPr/>
          </p:nvPicPr>
          <p:blipFill rotWithShape="1">
            <a:blip r:embed="rId3">
              <a:alphaModFix/>
            </a:blip>
            <a:srcRect b="0" l="0" r="5235" t="0"/>
            <a:stretch/>
          </p:blipFill>
          <p:spPr>
            <a:xfrm>
              <a:off x="1045329" y="2191280"/>
              <a:ext cx="1621671" cy="469900"/>
            </a:xfrm>
            <a:prstGeom prst="rect">
              <a:avLst/>
            </a:prstGeom>
            <a:noFill/>
            <a:ln>
              <a:noFill/>
            </a:ln>
          </p:spPr>
        </p:pic>
      </p:grpSp>
      <p:pic>
        <p:nvPicPr>
          <p:cNvPr descr="A graph with a line and a number&#10;&#10;Description automatically generated with medium confidence" id="118" name="Google Shape;118;p4"/>
          <p:cNvPicPr preferRelativeResize="0"/>
          <p:nvPr/>
        </p:nvPicPr>
        <p:blipFill rotWithShape="1">
          <a:blip r:embed="rId4">
            <a:alphaModFix/>
          </a:blip>
          <a:srcRect b="0" l="0" r="0" t="0"/>
          <a:stretch/>
        </p:blipFill>
        <p:spPr>
          <a:xfrm>
            <a:off x="4892320" y="1370378"/>
            <a:ext cx="3891463" cy="3049155"/>
          </a:xfrm>
          <a:prstGeom prst="rect">
            <a:avLst/>
          </a:prstGeom>
          <a:noFill/>
          <a:ln>
            <a:noFill/>
          </a:ln>
        </p:spPr>
      </p:pic>
      <p:sp>
        <p:nvSpPr>
          <p:cNvPr id="119" name="Google Shape;119;p4"/>
          <p:cNvSpPr txBox="1"/>
          <p:nvPr/>
        </p:nvSpPr>
        <p:spPr>
          <a:xfrm>
            <a:off x="8361220" y="4419533"/>
            <a:ext cx="422563"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u="sng">
                <a:solidFill>
                  <a:schemeClr val="dk1"/>
                </a:solidFill>
                <a:latin typeface="Gill Sans"/>
                <a:ea typeface="Gill Sans"/>
                <a:cs typeface="Gill Sans"/>
                <a:sym typeface="Gill Sans"/>
                <a:hlinkClick r:id="rId5">
                  <a:extLst>
                    <a:ext uri="{A12FA001-AC4F-418D-AE19-62706E023703}">
                      <ahyp:hlinkClr val="tx"/>
                    </a:ext>
                  </a:extLst>
                </a:hlinkClick>
              </a:rPr>
              <a:t>Ref</a:t>
            </a:r>
            <a:endParaRPr sz="800">
              <a:solidFill>
                <a:schemeClr val="dk1"/>
              </a:solidFill>
              <a:latin typeface="Gill Sans"/>
              <a:ea typeface="Gill Sans"/>
              <a:cs typeface="Gill Sans"/>
              <a:sym typeface="Gill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5"/>
          <p:cNvSpPr txBox="1"/>
          <p:nvPr>
            <p:ph type="title"/>
          </p:nvPr>
        </p:nvSpPr>
        <p:spPr>
          <a:xfrm>
            <a:off x="914400" y="424011"/>
            <a:ext cx="7315200" cy="41415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rgbClr val="262626"/>
              </a:buClr>
              <a:buSzPts val="2600"/>
              <a:buFont typeface="Gill Sans"/>
              <a:buNone/>
            </a:pPr>
            <a:r>
              <a:rPr lang="en-US" sz="2000"/>
              <a:t>UNIVARIATE COX PROPORTIONAL HAZARDS ANALYSIS</a:t>
            </a:r>
            <a:endParaRPr/>
          </a:p>
        </p:txBody>
      </p:sp>
      <p:sp>
        <p:nvSpPr>
          <p:cNvPr id="125" name="Google Shape;125;p5"/>
          <p:cNvSpPr txBox="1"/>
          <p:nvPr/>
        </p:nvSpPr>
        <p:spPr>
          <a:xfrm>
            <a:off x="419278" y="1337409"/>
            <a:ext cx="4518481" cy="3382080"/>
          </a:xfrm>
          <a:prstGeom prst="rect">
            <a:avLst/>
          </a:prstGeom>
          <a:noFill/>
          <a:ln>
            <a:noFill/>
          </a:ln>
        </p:spPr>
        <p:txBody>
          <a:bodyPr anchorCtr="0" anchor="t" bIns="45700" lIns="91425" spcFirstLastPara="1" rIns="91425" wrap="square" tIns="45700">
            <a:spAutoFit/>
          </a:bodyPr>
          <a:lstStyle/>
          <a:p>
            <a:pPr indent="0" lvl="0" marL="146050" marR="0" rtl="0" algn="just">
              <a:lnSpc>
                <a:spcPct val="150000"/>
              </a:lnSpc>
              <a:spcBef>
                <a:spcPts val="0"/>
              </a:spcBef>
              <a:spcAft>
                <a:spcPts val="0"/>
              </a:spcAft>
              <a:buClr>
                <a:srgbClr val="9BAFB5"/>
              </a:buClr>
              <a:buSzPts val="1300"/>
              <a:buFont typeface="Arial"/>
              <a:buNone/>
            </a:pPr>
            <a:r>
              <a:rPr b="1" i="0" lang="en-US" sz="1200" u="none" cap="none" strike="noStrike">
                <a:solidFill>
                  <a:srgbClr val="262626"/>
                </a:solidFill>
                <a:latin typeface="Cambria"/>
                <a:ea typeface="Cambria"/>
                <a:cs typeface="Cambria"/>
                <a:sym typeface="Cambria"/>
              </a:rPr>
              <a:t>Each gene is tested in this analysis:</a:t>
            </a:r>
            <a:endParaRPr/>
          </a:p>
          <a:p>
            <a:pPr indent="0" lvl="0" marL="146050" marR="0" rtl="0" algn="just">
              <a:lnSpc>
                <a:spcPct val="150000"/>
              </a:lnSpc>
              <a:spcBef>
                <a:spcPts val="0"/>
              </a:spcBef>
              <a:spcAft>
                <a:spcPts val="0"/>
              </a:spcAft>
              <a:buClr>
                <a:srgbClr val="9BAFB5"/>
              </a:buClr>
              <a:buSzPts val="1300"/>
              <a:buFont typeface="Arial"/>
              <a:buNone/>
            </a:pPr>
            <a:r>
              <a:t/>
            </a:r>
            <a:endParaRPr b="1" i="0" sz="1200" u="none" cap="none" strike="noStrike">
              <a:solidFill>
                <a:srgbClr val="262626"/>
              </a:solidFill>
              <a:latin typeface="Cambria"/>
              <a:ea typeface="Cambria"/>
              <a:cs typeface="Cambria"/>
              <a:sym typeface="Cambria"/>
            </a:endParaRPr>
          </a:p>
          <a:p>
            <a:pPr indent="0" lvl="0" marL="0" marR="0" rtl="0" algn="just">
              <a:lnSpc>
                <a:spcPct val="150000"/>
              </a:lnSpc>
              <a:spcBef>
                <a:spcPts val="0"/>
              </a:spcBef>
              <a:spcAft>
                <a:spcPts val="0"/>
              </a:spcAft>
              <a:buNone/>
            </a:pPr>
            <a:r>
              <a:rPr lang="en-US" sz="1200">
                <a:solidFill>
                  <a:schemeClr val="dk1"/>
                </a:solidFill>
                <a:latin typeface="Cambria"/>
                <a:ea typeface="Cambria"/>
                <a:cs typeface="Cambria"/>
                <a:sym typeface="Cambria"/>
              </a:rPr>
              <a:t>	h(t∣X)=h</a:t>
            </a:r>
            <a:r>
              <a:rPr baseline="-25000" lang="en-US" sz="1200">
                <a:solidFill>
                  <a:schemeClr val="dk1"/>
                </a:solidFill>
                <a:latin typeface="Cambria"/>
                <a:ea typeface="Cambria"/>
                <a:cs typeface="Cambria"/>
                <a:sym typeface="Cambria"/>
              </a:rPr>
              <a:t>0</a:t>
            </a:r>
            <a:r>
              <a:rPr lang="en-US" sz="1200">
                <a:solidFill>
                  <a:schemeClr val="dk1"/>
                </a:solidFill>
                <a:latin typeface="Cambria"/>
                <a:ea typeface="Cambria"/>
                <a:cs typeface="Cambria"/>
                <a:sym typeface="Cambria"/>
              </a:rPr>
              <a:t>​(t)exp(βX)</a:t>
            </a:r>
            <a:endParaRPr/>
          </a:p>
          <a:p>
            <a:pPr indent="-171450" lvl="0" marL="171450" marR="0" rtl="0" algn="just">
              <a:lnSpc>
                <a:spcPct val="150000"/>
              </a:lnSpc>
              <a:spcBef>
                <a:spcPts val="0"/>
              </a:spcBef>
              <a:spcAft>
                <a:spcPts val="0"/>
              </a:spcAft>
              <a:buClr>
                <a:schemeClr val="dk1"/>
              </a:buClr>
              <a:buSzPts val="1200"/>
              <a:buFont typeface="Arial"/>
              <a:buChar char="•"/>
            </a:pPr>
            <a:r>
              <a:rPr lang="en-US" sz="1200">
                <a:solidFill>
                  <a:schemeClr val="dk1"/>
                </a:solidFill>
                <a:latin typeface="Cambria"/>
                <a:ea typeface="Cambria"/>
                <a:cs typeface="Cambria"/>
                <a:sym typeface="Cambria"/>
              </a:rPr>
              <a:t>h(t∣X) is the hazard function at time ttt for a given covariate X.</a:t>
            </a:r>
            <a:endParaRPr/>
          </a:p>
          <a:p>
            <a:pPr indent="-171450" lvl="0" marL="171450" marR="0" rtl="0" algn="just">
              <a:lnSpc>
                <a:spcPct val="150000"/>
              </a:lnSpc>
              <a:spcBef>
                <a:spcPts val="0"/>
              </a:spcBef>
              <a:spcAft>
                <a:spcPts val="0"/>
              </a:spcAft>
              <a:buClr>
                <a:schemeClr val="dk1"/>
              </a:buClr>
              <a:buSzPts val="1200"/>
              <a:buFont typeface="Arial"/>
              <a:buChar char="•"/>
            </a:pPr>
            <a:r>
              <a:rPr lang="en-US" sz="1200">
                <a:solidFill>
                  <a:schemeClr val="dk1"/>
                </a:solidFill>
                <a:latin typeface="Cambria"/>
                <a:ea typeface="Cambria"/>
                <a:cs typeface="Cambria"/>
                <a:sym typeface="Cambria"/>
              </a:rPr>
              <a:t>h</a:t>
            </a:r>
            <a:r>
              <a:rPr baseline="-25000" lang="en-US" sz="1200">
                <a:solidFill>
                  <a:schemeClr val="dk1"/>
                </a:solidFill>
                <a:latin typeface="Cambria"/>
                <a:ea typeface="Cambria"/>
                <a:cs typeface="Cambria"/>
                <a:sym typeface="Cambria"/>
              </a:rPr>
              <a:t>0</a:t>
            </a:r>
            <a:r>
              <a:rPr lang="en-US" sz="1200">
                <a:solidFill>
                  <a:schemeClr val="dk1"/>
                </a:solidFill>
                <a:latin typeface="Cambria"/>
                <a:ea typeface="Cambria"/>
                <a:cs typeface="Cambria"/>
                <a:sym typeface="Cambria"/>
              </a:rPr>
              <a:t>​(t) is the baseline hazard function.</a:t>
            </a:r>
            <a:endParaRPr/>
          </a:p>
          <a:p>
            <a:pPr indent="-171450" lvl="0" marL="171450" marR="0" rtl="0" algn="just">
              <a:lnSpc>
                <a:spcPct val="150000"/>
              </a:lnSpc>
              <a:spcBef>
                <a:spcPts val="0"/>
              </a:spcBef>
              <a:spcAft>
                <a:spcPts val="0"/>
              </a:spcAft>
              <a:buClr>
                <a:schemeClr val="dk1"/>
              </a:buClr>
              <a:buSzPts val="1200"/>
              <a:buFont typeface="Arial"/>
              <a:buChar char="•"/>
            </a:pPr>
            <a:r>
              <a:rPr lang="en-US" sz="1200">
                <a:solidFill>
                  <a:schemeClr val="dk1"/>
                </a:solidFill>
                <a:latin typeface="Cambria"/>
                <a:ea typeface="Cambria"/>
                <a:cs typeface="Cambria"/>
                <a:sym typeface="Cambria"/>
              </a:rPr>
              <a:t>β is the coefficient for the predictor variable X.</a:t>
            </a:r>
            <a:endParaRPr/>
          </a:p>
          <a:p>
            <a:pPr indent="-171450" lvl="0" marL="171450" marR="0" rtl="0" algn="just">
              <a:lnSpc>
                <a:spcPct val="150000"/>
              </a:lnSpc>
              <a:spcBef>
                <a:spcPts val="0"/>
              </a:spcBef>
              <a:spcAft>
                <a:spcPts val="0"/>
              </a:spcAft>
              <a:buClr>
                <a:schemeClr val="dk1"/>
              </a:buClr>
              <a:buSzPts val="1200"/>
              <a:buFont typeface="Arial"/>
              <a:buChar char="•"/>
            </a:pPr>
            <a:r>
              <a:rPr lang="en-US" sz="1200">
                <a:solidFill>
                  <a:schemeClr val="dk1"/>
                </a:solidFill>
                <a:latin typeface="Cambria"/>
                <a:ea typeface="Cambria"/>
                <a:cs typeface="Cambria"/>
                <a:sym typeface="Cambria"/>
              </a:rPr>
              <a:t>exp(β) represents the hazard ratio for a one-unit increase in X.</a:t>
            </a:r>
            <a:endParaRPr/>
          </a:p>
          <a:p>
            <a:pPr indent="-95250" lvl="0" marL="171450" marR="0" rtl="0" algn="just">
              <a:lnSpc>
                <a:spcPct val="150000"/>
              </a:lnSpc>
              <a:spcBef>
                <a:spcPts val="0"/>
              </a:spcBef>
              <a:spcAft>
                <a:spcPts val="0"/>
              </a:spcAft>
              <a:buClr>
                <a:schemeClr val="dk1"/>
              </a:buClr>
              <a:buSzPts val="1200"/>
              <a:buFont typeface="Arial"/>
              <a:buNone/>
            </a:pPr>
            <a:r>
              <a:t/>
            </a:r>
            <a:endParaRPr sz="1200">
              <a:solidFill>
                <a:schemeClr val="dk1"/>
              </a:solidFill>
              <a:latin typeface="Cambria"/>
              <a:ea typeface="Cambria"/>
              <a:cs typeface="Cambria"/>
              <a:sym typeface="Cambria"/>
            </a:endParaRPr>
          </a:p>
          <a:p>
            <a:pPr indent="-171450" lvl="0" marL="171450" marR="0" rtl="0" algn="just">
              <a:lnSpc>
                <a:spcPct val="150000"/>
              </a:lnSpc>
              <a:spcBef>
                <a:spcPts val="0"/>
              </a:spcBef>
              <a:spcAft>
                <a:spcPts val="0"/>
              </a:spcAft>
              <a:buClr>
                <a:schemeClr val="dk1"/>
              </a:buClr>
              <a:buSzPts val="1200"/>
              <a:buFont typeface="Arial"/>
              <a:buChar char="•"/>
            </a:pPr>
            <a:r>
              <a:rPr lang="en-US" sz="1200">
                <a:solidFill>
                  <a:schemeClr val="dk1"/>
                </a:solidFill>
                <a:latin typeface="Cambria"/>
                <a:ea typeface="Cambria"/>
                <a:cs typeface="Cambria"/>
                <a:sym typeface="Cambria"/>
              </a:rPr>
              <a:t>Hazard Ratio (HR):HR &gt; 1: Increased hazard (worse survival)</a:t>
            </a:r>
            <a:endParaRPr/>
          </a:p>
          <a:p>
            <a:pPr indent="-171450" lvl="1" marL="628650" marR="0" rtl="0" algn="just">
              <a:lnSpc>
                <a:spcPct val="150000"/>
              </a:lnSpc>
              <a:spcBef>
                <a:spcPts val="0"/>
              </a:spcBef>
              <a:spcAft>
                <a:spcPts val="0"/>
              </a:spcAft>
              <a:buClr>
                <a:schemeClr val="dk1"/>
              </a:buClr>
              <a:buSzPts val="1200"/>
              <a:buFont typeface="Arial"/>
              <a:buChar char="•"/>
            </a:pPr>
            <a:r>
              <a:rPr b="0" i="0" lang="en-US" sz="1200" u="none" cap="none" strike="noStrike">
                <a:solidFill>
                  <a:schemeClr val="dk1"/>
                </a:solidFill>
                <a:latin typeface="Cambria"/>
                <a:ea typeface="Cambria"/>
                <a:cs typeface="Cambria"/>
                <a:sym typeface="Cambria"/>
              </a:rPr>
              <a:t>HR &lt; 1: Decreased hazard (better survival)</a:t>
            </a:r>
            <a:endParaRPr/>
          </a:p>
          <a:p>
            <a:pPr indent="-171450" lvl="1" marL="628650" marR="0" rtl="0" algn="just">
              <a:lnSpc>
                <a:spcPct val="150000"/>
              </a:lnSpc>
              <a:spcBef>
                <a:spcPts val="0"/>
              </a:spcBef>
              <a:spcAft>
                <a:spcPts val="0"/>
              </a:spcAft>
              <a:buClr>
                <a:schemeClr val="dk1"/>
              </a:buClr>
              <a:buSzPts val="1200"/>
              <a:buFont typeface="Arial"/>
              <a:buChar char="•"/>
            </a:pPr>
            <a:r>
              <a:rPr b="0" i="0" lang="en-US" sz="1200" u="none" cap="none" strike="noStrike">
                <a:solidFill>
                  <a:schemeClr val="dk1"/>
                </a:solidFill>
                <a:latin typeface="Cambria"/>
                <a:ea typeface="Cambria"/>
                <a:cs typeface="Cambria"/>
                <a:sym typeface="Cambria"/>
              </a:rPr>
              <a:t>HR = 1: No effect</a:t>
            </a:r>
            <a:endParaRPr/>
          </a:p>
          <a:p>
            <a:pPr indent="-171450" lvl="0" marL="171450" marR="0" rtl="0" algn="just">
              <a:lnSpc>
                <a:spcPct val="150000"/>
              </a:lnSpc>
              <a:spcBef>
                <a:spcPts val="0"/>
              </a:spcBef>
              <a:spcAft>
                <a:spcPts val="0"/>
              </a:spcAft>
              <a:buClr>
                <a:schemeClr val="dk1"/>
              </a:buClr>
              <a:buSzPts val="1200"/>
              <a:buFont typeface="Arial"/>
              <a:buChar char="•"/>
            </a:pPr>
            <a:r>
              <a:rPr lang="en-US" sz="1200">
                <a:solidFill>
                  <a:schemeClr val="dk1"/>
                </a:solidFill>
                <a:latin typeface="Cambria"/>
                <a:ea typeface="Cambria"/>
                <a:cs typeface="Cambria"/>
                <a:sym typeface="Cambria"/>
              </a:rPr>
              <a:t>Confidence Interval (CI):Range of plausible HR values.</a:t>
            </a:r>
            <a:endParaRPr sz="1200">
              <a:solidFill>
                <a:srgbClr val="262626"/>
              </a:solidFill>
              <a:latin typeface="Cambria"/>
              <a:ea typeface="Cambria"/>
              <a:cs typeface="Cambria"/>
              <a:sym typeface="Cambria"/>
            </a:endParaRPr>
          </a:p>
        </p:txBody>
      </p:sp>
      <p:sp>
        <p:nvSpPr>
          <p:cNvPr id="126" name="Google Shape;126;p5"/>
          <p:cNvSpPr txBox="1"/>
          <p:nvPr/>
        </p:nvSpPr>
        <p:spPr>
          <a:xfrm>
            <a:off x="8361220" y="4419533"/>
            <a:ext cx="422563"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800" u="sng">
                <a:solidFill>
                  <a:schemeClr val="dk1"/>
                </a:solidFill>
                <a:latin typeface="Gill Sans"/>
                <a:ea typeface="Gill Sans"/>
                <a:cs typeface="Gill Sans"/>
                <a:sym typeface="Gill Sans"/>
                <a:hlinkClick r:id="rId3">
                  <a:extLst>
                    <a:ext uri="{A12FA001-AC4F-418D-AE19-62706E023703}">
                      <ahyp:hlinkClr val="tx"/>
                    </a:ext>
                  </a:extLst>
                </a:hlinkClick>
              </a:rPr>
              <a:t>Ref</a:t>
            </a:r>
            <a:endParaRPr sz="800">
              <a:solidFill>
                <a:schemeClr val="dk1"/>
              </a:solidFill>
              <a:latin typeface="Gill Sans"/>
              <a:ea typeface="Gill Sans"/>
              <a:cs typeface="Gill Sans"/>
              <a:sym typeface="Gill Sans"/>
            </a:endParaRPr>
          </a:p>
        </p:txBody>
      </p:sp>
      <p:sp>
        <p:nvSpPr>
          <p:cNvPr id="127" name="Google Shape;127;p5"/>
          <p:cNvSpPr txBox="1"/>
          <p:nvPr/>
        </p:nvSpPr>
        <p:spPr>
          <a:xfrm>
            <a:off x="5499563" y="2047635"/>
            <a:ext cx="3284220" cy="1997085"/>
          </a:xfrm>
          <a:prstGeom prst="rect">
            <a:avLst/>
          </a:prstGeom>
          <a:noFill/>
          <a:ln>
            <a:noFill/>
          </a:ln>
        </p:spPr>
        <p:txBody>
          <a:bodyPr anchorCtr="0" anchor="t" bIns="45700" lIns="91425" spcFirstLastPara="1" rIns="91425" wrap="square" tIns="45700">
            <a:spAutoFit/>
          </a:bodyPr>
          <a:lstStyle/>
          <a:p>
            <a:pPr indent="0" lvl="0" marL="0" marR="0" rtl="0" algn="l">
              <a:lnSpc>
                <a:spcPct val="150000"/>
              </a:lnSpc>
              <a:spcBef>
                <a:spcPts val="0"/>
              </a:spcBef>
              <a:spcAft>
                <a:spcPts val="0"/>
              </a:spcAft>
              <a:buClr>
                <a:schemeClr val="dk1"/>
              </a:buClr>
              <a:buSzPts val="1200"/>
              <a:buFont typeface="Cambria"/>
              <a:buNone/>
            </a:pPr>
            <a:r>
              <a:rPr b="1" lang="en-US" sz="1200">
                <a:solidFill>
                  <a:schemeClr val="dk1"/>
                </a:solidFill>
                <a:latin typeface="Cambria"/>
                <a:ea typeface="Cambria"/>
                <a:cs typeface="Cambria"/>
                <a:sym typeface="Cambria"/>
              </a:rPr>
              <a:t>Advantages and Applications:</a:t>
            </a:r>
            <a:endParaRPr/>
          </a:p>
          <a:p>
            <a:pPr indent="-171450" lvl="0" marL="171450" marR="0" rtl="0" algn="l">
              <a:lnSpc>
                <a:spcPct val="150000"/>
              </a:lnSpc>
              <a:spcBef>
                <a:spcPts val="0"/>
              </a:spcBef>
              <a:spcAft>
                <a:spcPts val="0"/>
              </a:spcAft>
              <a:buClr>
                <a:schemeClr val="dk1"/>
              </a:buClr>
              <a:buSzPts val="1200"/>
              <a:buFont typeface="Arial"/>
              <a:buChar char="•"/>
            </a:pPr>
            <a:r>
              <a:rPr lang="en-US" sz="1200">
                <a:solidFill>
                  <a:schemeClr val="dk1"/>
                </a:solidFill>
                <a:latin typeface="Cambria"/>
                <a:ea typeface="Cambria"/>
                <a:cs typeface="Cambria"/>
                <a:sym typeface="Cambria"/>
              </a:rPr>
              <a:t>Handles censored data.</a:t>
            </a:r>
            <a:endParaRPr/>
          </a:p>
          <a:p>
            <a:pPr indent="-171450" lvl="0" marL="171450" marR="0" rtl="0" algn="l">
              <a:lnSpc>
                <a:spcPct val="150000"/>
              </a:lnSpc>
              <a:spcBef>
                <a:spcPts val="0"/>
              </a:spcBef>
              <a:spcAft>
                <a:spcPts val="0"/>
              </a:spcAft>
              <a:buClr>
                <a:schemeClr val="dk1"/>
              </a:buClr>
              <a:buSzPts val="1200"/>
              <a:buFont typeface="Arial"/>
              <a:buChar char="•"/>
            </a:pPr>
            <a:r>
              <a:rPr lang="en-US" sz="1200">
                <a:solidFill>
                  <a:schemeClr val="dk1"/>
                </a:solidFill>
                <a:latin typeface="Cambria"/>
                <a:ea typeface="Cambria"/>
                <a:cs typeface="Cambria"/>
                <a:sym typeface="Cambria"/>
              </a:rPr>
              <a:t>Estimates effect of predictors on survival.</a:t>
            </a:r>
            <a:endParaRPr/>
          </a:p>
          <a:p>
            <a:pPr indent="-171450" lvl="0" marL="171450" marR="0" rtl="0" algn="l">
              <a:lnSpc>
                <a:spcPct val="150000"/>
              </a:lnSpc>
              <a:spcBef>
                <a:spcPts val="0"/>
              </a:spcBef>
              <a:spcAft>
                <a:spcPts val="0"/>
              </a:spcAft>
              <a:buClr>
                <a:schemeClr val="dk1"/>
              </a:buClr>
              <a:buSzPts val="1200"/>
              <a:buFont typeface="Arial"/>
              <a:buChar char="•"/>
            </a:pPr>
            <a:r>
              <a:rPr lang="en-US" sz="1200">
                <a:solidFill>
                  <a:schemeClr val="dk1"/>
                </a:solidFill>
                <a:latin typeface="Cambria"/>
                <a:ea typeface="Cambria"/>
                <a:cs typeface="Cambria"/>
                <a:sym typeface="Cambria"/>
              </a:rPr>
              <a:t>Identifies risk factors for diseases.</a:t>
            </a:r>
            <a:endParaRPr/>
          </a:p>
          <a:p>
            <a:pPr indent="-171450" lvl="0" marL="171450" marR="0" rtl="0" algn="l">
              <a:lnSpc>
                <a:spcPct val="150000"/>
              </a:lnSpc>
              <a:spcBef>
                <a:spcPts val="0"/>
              </a:spcBef>
              <a:spcAft>
                <a:spcPts val="0"/>
              </a:spcAft>
              <a:buClr>
                <a:schemeClr val="dk1"/>
              </a:buClr>
              <a:buSzPts val="1200"/>
              <a:buFont typeface="Arial"/>
              <a:buChar char="•"/>
            </a:pPr>
            <a:r>
              <a:rPr lang="en-US" sz="1200">
                <a:solidFill>
                  <a:schemeClr val="dk1"/>
                </a:solidFill>
                <a:latin typeface="Cambria"/>
                <a:ea typeface="Cambria"/>
                <a:cs typeface="Cambria"/>
                <a:sym typeface="Cambria"/>
              </a:rPr>
              <a:t>Evaluates treatment effects.</a:t>
            </a:r>
            <a:endParaRPr/>
          </a:p>
          <a:p>
            <a:pPr indent="-171450" lvl="0" marL="171450" marR="0" rtl="0" algn="l">
              <a:lnSpc>
                <a:spcPct val="150000"/>
              </a:lnSpc>
              <a:spcBef>
                <a:spcPts val="0"/>
              </a:spcBef>
              <a:spcAft>
                <a:spcPts val="0"/>
              </a:spcAft>
              <a:buClr>
                <a:schemeClr val="dk1"/>
              </a:buClr>
              <a:buSzPts val="1200"/>
              <a:buFont typeface="Arial"/>
              <a:buChar char="•"/>
            </a:pPr>
            <a:r>
              <a:rPr lang="en-US" sz="1200">
                <a:solidFill>
                  <a:schemeClr val="dk1"/>
                </a:solidFill>
                <a:latin typeface="Cambria"/>
                <a:ea typeface="Cambria"/>
                <a:cs typeface="Cambria"/>
                <a:sym typeface="Cambria"/>
              </a:rPr>
              <a:t>Predicts patient outcomes based on characteristics.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6"/>
          <p:cNvSpPr txBox="1"/>
          <p:nvPr>
            <p:ph type="title"/>
          </p:nvPr>
        </p:nvSpPr>
        <p:spPr>
          <a:xfrm>
            <a:off x="3389865" y="605600"/>
            <a:ext cx="2364270" cy="39585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t" bIns="91425" lIns="91425" spcFirstLastPara="1" rIns="91425" wrap="square" tIns="91425">
            <a:noAutofit/>
          </a:bodyPr>
          <a:lstStyle/>
          <a:p>
            <a:pPr indent="0" lvl="0" marL="0" rtl="0" algn="l">
              <a:lnSpc>
                <a:spcPct val="90000"/>
              </a:lnSpc>
              <a:spcBef>
                <a:spcPts val="0"/>
              </a:spcBef>
              <a:spcAft>
                <a:spcPts val="0"/>
              </a:spcAft>
              <a:buClr>
                <a:srgbClr val="262626"/>
              </a:buClr>
              <a:buSzPts val="2600"/>
              <a:buFont typeface="Gill Sans"/>
              <a:buNone/>
            </a:pPr>
            <a:r>
              <a:rPr lang="en-US" sz="2000"/>
              <a:t>METHODOLOGY</a:t>
            </a:r>
            <a:endParaRPr sz="2000"/>
          </a:p>
        </p:txBody>
      </p:sp>
      <p:grpSp>
        <p:nvGrpSpPr>
          <p:cNvPr id="133" name="Google Shape;133;p6"/>
          <p:cNvGrpSpPr/>
          <p:nvPr/>
        </p:nvGrpSpPr>
        <p:grpSpPr>
          <a:xfrm>
            <a:off x="815340" y="1915045"/>
            <a:ext cx="4622947" cy="1043940"/>
            <a:chOff x="815340" y="1915045"/>
            <a:chExt cx="4622947" cy="1043940"/>
          </a:xfrm>
        </p:grpSpPr>
        <p:sp>
          <p:nvSpPr>
            <p:cNvPr id="134" name="Google Shape;134;p6"/>
            <p:cNvSpPr/>
            <p:nvPr/>
          </p:nvSpPr>
          <p:spPr>
            <a:xfrm>
              <a:off x="815340" y="1915045"/>
              <a:ext cx="1950720" cy="1043940"/>
            </a:xfrm>
            <a:prstGeom prst="roundRect">
              <a:avLst>
                <a:gd fmla="val 16667" name="adj"/>
              </a:avLst>
            </a:prstGeom>
            <a:gradFill>
              <a:gsLst>
                <a:gs pos="0">
                  <a:srgbClr val="AF94D2"/>
                </a:gs>
                <a:gs pos="50000">
                  <a:srgbClr val="CCBEE1"/>
                </a:gs>
                <a:gs pos="100000">
                  <a:srgbClr val="E6E0EF"/>
                </a:gs>
              </a:gsLst>
              <a:path path="circle">
                <a:fillToRect b="50%" l="50%" r="50%" t="50%"/>
              </a:path>
              <a:tileRect/>
            </a:gradFill>
            <a:ln cap="flat" cmpd="sng" w="12700">
              <a:solidFill>
                <a:srgbClr val="6744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dk1"/>
                  </a:solidFill>
                  <a:latin typeface="Cambria"/>
                  <a:ea typeface="Cambria"/>
                  <a:cs typeface="Cambria"/>
                  <a:sym typeface="Cambria"/>
                </a:rPr>
                <a:t>Downloaded GSE7390 dataset using GEOparse</a:t>
              </a:r>
              <a:endParaRPr sz="1600">
                <a:solidFill>
                  <a:schemeClr val="lt1"/>
                </a:solidFill>
                <a:latin typeface="Cambria"/>
                <a:ea typeface="Cambria"/>
                <a:cs typeface="Cambria"/>
                <a:sym typeface="Cambria"/>
              </a:endParaRPr>
            </a:p>
          </p:txBody>
        </p:sp>
        <p:sp>
          <p:nvSpPr>
            <p:cNvPr id="135" name="Google Shape;135;p6"/>
            <p:cNvSpPr/>
            <p:nvPr/>
          </p:nvSpPr>
          <p:spPr>
            <a:xfrm>
              <a:off x="3487567" y="1915045"/>
              <a:ext cx="1950720" cy="1043940"/>
            </a:xfrm>
            <a:prstGeom prst="roundRect">
              <a:avLst>
                <a:gd fmla="val 16667" name="adj"/>
              </a:avLst>
            </a:prstGeom>
            <a:gradFill>
              <a:gsLst>
                <a:gs pos="0">
                  <a:srgbClr val="AF94D2"/>
                </a:gs>
                <a:gs pos="50000">
                  <a:srgbClr val="CCBEE1"/>
                </a:gs>
                <a:gs pos="100000">
                  <a:srgbClr val="E6E0EF"/>
                </a:gs>
              </a:gsLst>
              <a:path path="circle">
                <a:fillToRect b="50%" l="50%" r="50%" t="50%"/>
              </a:path>
              <a:tileRect/>
            </a:gradFill>
            <a:ln cap="flat" cmpd="sng" w="12700">
              <a:solidFill>
                <a:srgbClr val="6744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550"/>
                <a:buFont typeface="Arial"/>
                <a:buNone/>
              </a:pPr>
              <a:r>
                <a:rPr lang="en-US" sz="1600">
                  <a:solidFill>
                    <a:schemeClr val="dk1"/>
                  </a:solidFill>
                  <a:latin typeface="Cambria"/>
                  <a:ea typeface="Cambria"/>
                  <a:cs typeface="Cambria"/>
                  <a:sym typeface="Cambria"/>
                </a:rPr>
                <a:t>Extracted</a:t>
              </a:r>
              <a:r>
                <a:rPr lang="en-US" sz="1600">
                  <a:solidFill>
                    <a:schemeClr val="dk1"/>
                  </a:solidFill>
                  <a:latin typeface="Cambria"/>
                  <a:ea typeface="Cambria"/>
                  <a:cs typeface="Cambria"/>
                  <a:sym typeface="Cambria"/>
                </a:rPr>
                <a:t> Merged expression and clinical data</a:t>
              </a:r>
              <a:endParaRPr/>
            </a:p>
          </p:txBody>
        </p:sp>
        <p:cxnSp>
          <p:nvCxnSpPr>
            <p:cNvPr id="136" name="Google Shape;136;p6"/>
            <p:cNvCxnSpPr>
              <a:stCxn id="134" idx="3"/>
              <a:endCxn id="135" idx="1"/>
            </p:cNvCxnSpPr>
            <p:nvPr/>
          </p:nvCxnSpPr>
          <p:spPr>
            <a:xfrm>
              <a:off x="2766060" y="2437015"/>
              <a:ext cx="721500" cy="0"/>
            </a:xfrm>
            <a:prstGeom prst="straightConnector1">
              <a:avLst/>
            </a:prstGeom>
            <a:noFill/>
            <a:ln cap="flat" cmpd="sng" w="31750">
              <a:solidFill>
                <a:schemeClr val="dk1"/>
              </a:solidFill>
              <a:prstDash val="solid"/>
              <a:round/>
              <a:headEnd len="sm" w="sm" type="none"/>
              <a:tailEnd len="med" w="med" type="triangle"/>
            </a:ln>
          </p:spPr>
        </p:cxnSp>
      </p:grpSp>
      <p:grpSp>
        <p:nvGrpSpPr>
          <p:cNvPr id="137" name="Google Shape;137;p6"/>
          <p:cNvGrpSpPr/>
          <p:nvPr/>
        </p:nvGrpSpPr>
        <p:grpSpPr>
          <a:xfrm>
            <a:off x="1991100" y="3427625"/>
            <a:ext cx="2728515" cy="1044000"/>
            <a:chOff x="1991100" y="3427625"/>
            <a:chExt cx="2728515" cy="1044000"/>
          </a:xfrm>
        </p:grpSpPr>
        <p:sp>
          <p:nvSpPr>
            <p:cNvPr id="138" name="Google Shape;138;p6"/>
            <p:cNvSpPr/>
            <p:nvPr/>
          </p:nvSpPr>
          <p:spPr>
            <a:xfrm>
              <a:off x="1991100" y="3427625"/>
              <a:ext cx="2256000" cy="1044000"/>
            </a:xfrm>
            <a:prstGeom prst="roundRect">
              <a:avLst>
                <a:gd fmla="val 16667" name="adj"/>
              </a:avLst>
            </a:prstGeom>
            <a:gradFill>
              <a:gsLst>
                <a:gs pos="0">
                  <a:srgbClr val="AF94D2"/>
                </a:gs>
                <a:gs pos="50000">
                  <a:srgbClr val="CCBEE1"/>
                </a:gs>
                <a:gs pos="100000">
                  <a:srgbClr val="E6E0EF"/>
                </a:gs>
              </a:gsLst>
              <a:path path="circle">
                <a:fillToRect b="50%" l="50%" r="50%" t="50%"/>
              </a:path>
              <a:tileRect/>
            </a:gradFill>
            <a:ln cap="flat" cmpd="sng" w="12700">
              <a:solidFill>
                <a:srgbClr val="6744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1600"/>
                <a:buFont typeface="Cambria"/>
                <a:buNone/>
              </a:pPr>
              <a:r>
                <a:rPr lang="en-US" sz="1600">
                  <a:solidFill>
                    <a:schemeClr val="dk1"/>
                  </a:solidFill>
                  <a:latin typeface="Cambria"/>
                  <a:ea typeface="Cambria"/>
                  <a:cs typeface="Cambria"/>
                  <a:sym typeface="Cambria"/>
                </a:rPr>
                <a:t>Extracted beta, hazard ratio (HR), Wald test, and p-value for each gene</a:t>
              </a:r>
              <a:endParaRPr sz="1600">
                <a:solidFill>
                  <a:schemeClr val="lt1"/>
                </a:solidFill>
                <a:latin typeface="Cambria"/>
                <a:ea typeface="Cambria"/>
                <a:cs typeface="Cambria"/>
                <a:sym typeface="Cambria"/>
              </a:endParaRPr>
            </a:p>
          </p:txBody>
        </p:sp>
        <p:cxnSp>
          <p:nvCxnSpPr>
            <p:cNvPr id="139" name="Google Shape;139;p6"/>
            <p:cNvCxnSpPr>
              <a:stCxn id="140" idx="1"/>
              <a:endCxn id="138" idx="3"/>
            </p:cNvCxnSpPr>
            <p:nvPr/>
          </p:nvCxnSpPr>
          <p:spPr>
            <a:xfrm rot="10800000">
              <a:off x="4247115" y="3949585"/>
              <a:ext cx="472500" cy="0"/>
            </a:xfrm>
            <a:prstGeom prst="straightConnector1">
              <a:avLst/>
            </a:prstGeom>
            <a:noFill/>
            <a:ln cap="flat" cmpd="sng" w="31750">
              <a:solidFill>
                <a:schemeClr val="dk1"/>
              </a:solidFill>
              <a:prstDash val="solid"/>
              <a:round/>
              <a:headEnd len="sm" w="sm" type="none"/>
              <a:tailEnd len="med" w="med" type="triangle"/>
            </a:ln>
          </p:spPr>
        </p:cxnSp>
      </p:grpSp>
      <p:grpSp>
        <p:nvGrpSpPr>
          <p:cNvPr id="141" name="Google Shape;141;p6"/>
          <p:cNvGrpSpPr/>
          <p:nvPr/>
        </p:nvGrpSpPr>
        <p:grpSpPr>
          <a:xfrm>
            <a:off x="4719615" y="1915045"/>
            <a:ext cx="3291840" cy="2556510"/>
            <a:chOff x="4719615" y="1915045"/>
            <a:chExt cx="3291840" cy="2556510"/>
          </a:xfrm>
        </p:grpSpPr>
        <p:sp>
          <p:nvSpPr>
            <p:cNvPr id="142" name="Google Shape;142;p6"/>
            <p:cNvSpPr/>
            <p:nvPr/>
          </p:nvSpPr>
          <p:spPr>
            <a:xfrm>
              <a:off x="6060735" y="1915045"/>
              <a:ext cx="1950720" cy="1043940"/>
            </a:xfrm>
            <a:prstGeom prst="roundRect">
              <a:avLst>
                <a:gd fmla="val 16667" name="adj"/>
              </a:avLst>
            </a:prstGeom>
            <a:gradFill>
              <a:gsLst>
                <a:gs pos="0">
                  <a:srgbClr val="AF94D2"/>
                </a:gs>
                <a:gs pos="50000">
                  <a:srgbClr val="CCBEE1"/>
                </a:gs>
                <a:gs pos="100000">
                  <a:srgbClr val="E6E0EF"/>
                </a:gs>
              </a:gsLst>
              <a:path path="circle">
                <a:fillToRect b="50%" l="50%" r="50%" t="50%"/>
              </a:path>
              <a:tileRect/>
            </a:gradFill>
            <a:ln cap="flat" cmpd="sng" w="12700">
              <a:solidFill>
                <a:srgbClr val="6744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550"/>
                <a:buFont typeface="Arial"/>
                <a:buNone/>
              </a:pPr>
              <a:r>
                <a:rPr lang="en-US" sz="1600">
                  <a:solidFill>
                    <a:schemeClr val="dk1"/>
                  </a:solidFill>
                  <a:latin typeface="Cambria"/>
                  <a:ea typeface="Cambria"/>
                  <a:cs typeface="Cambria"/>
                  <a:sym typeface="Cambria"/>
                </a:rPr>
                <a:t>KM Survival Curve using covariates</a:t>
              </a:r>
              <a:endParaRPr/>
            </a:p>
          </p:txBody>
        </p:sp>
        <p:sp>
          <p:nvSpPr>
            <p:cNvPr id="140" name="Google Shape;140;p6"/>
            <p:cNvSpPr/>
            <p:nvPr/>
          </p:nvSpPr>
          <p:spPr>
            <a:xfrm>
              <a:off x="4719615" y="3427615"/>
              <a:ext cx="1950720" cy="1043940"/>
            </a:xfrm>
            <a:prstGeom prst="roundRect">
              <a:avLst>
                <a:gd fmla="val 16667" name="adj"/>
              </a:avLst>
            </a:prstGeom>
            <a:gradFill>
              <a:gsLst>
                <a:gs pos="0">
                  <a:srgbClr val="AF94D2"/>
                </a:gs>
                <a:gs pos="50000">
                  <a:srgbClr val="CCBEE1"/>
                </a:gs>
                <a:gs pos="100000">
                  <a:srgbClr val="E6E0EF"/>
                </a:gs>
              </a:gsLst>
              <a:path path="circle">
                <a:fillToRect b="50%" l="50%" r="50%" t="50%"/>
              </a:path>
              <a:tileRect/>
            </a:gradFill>
            <a:ln cap="flat" cmpd="sng" w="12700">
              <a:solidFill>
                <a:srgbClr val="6744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chemeClr val="dk1"/>
                </a:buClr>
                <a:buSzPts val="550"/>
                <a:buFont typeface="Arial"/>
                <a:buNone/>
              </a:pPr>
              <a:r>
                <a:rPr lang="en-US" sz="1600">
                  <a:solidFill>
                    <a:schemeClr val="dk1"/>
                  </a:solidFill>
                  <a:latin typeface="Cambria"/>
                  <a:ea typeface="Cambria"/>
                  <a:cs typeface="Cambria"/>
                  <a:sym typeface="Cambria"/>
                </a:rPr>
                <a:t>Univariate Cox proportional hazards analysis for each gene.</a:t>
              </a:r>
              <a:endParaRPr/>
            </a:p>
          </p:txBody>
        </p:sp>
        <p:cxnSp>
          <p:nvCxnSpPr>
            <p:cNvPr id="143" name="Google Shape;143;p6"/>
            <p:cNvCxnSpPr>
              <a:stCxn id="135" idx="3"/>
              <a:endCxn id="142" idx="1"/>
            </p:cNvCxnSpPr>
            <p:nvPr/>
          </p:nvCxnSpPr>
          <p:spPr>
            <a:xfrm>
              <a:off x="5438287" y="2437015"/>
              <a:ext cx="622500" cy="0"/>
            </a:xfrm>
            <a:prstGeom prst="straightConnector1">
              <a:avLst/>
            </a:prstGeom>
            <a:noFill/>
            <a:ln cap="flat" cmpd="sng" w="31750">
              <a:solidFill>
                <a:schemeClr val="dk1"/>
              </a:solidFill>
              <a:prstDash val="solid"/>
              <a:round/>
              <a:headEnd len="sm" w="sm" type="none"/>
              <a:tailEnd len="med" w="med" type="triangle"/>
            </a:ln>
          </p:spPr>
        </p:cxnSp>
        <p:cxnSp>
          <p:nvCxnSpPr>
            <p:cNvPr id="144" name="Google Shape;144;p6"/>
            <p:cNvCxnSpPr>
              <a:stCxn id="142" idx="3"/>
              <a:endCxn id="140" idx="3"/>
            </p:cNvCxnSpPr>
            <p:nvPr/>
          </p:nvCxnSpPr>
          <p:spPr>
            <a:xfrm flipH="1">
              <a:off x="6670455" y="2437015"/>
              <a:ext cx="1341000" cy="1512600"/>
            </a:xfrm>
            <a:prstGeom prst="bentConnector3">
              <a:avLst>
                <a:gd fmla="val -17045" name="adj1"/>
              </a:avLst>
            </a:prstGeom>
            <a:noFill/>
            <a:ln cap="flat" cmpd="sng" w="31750">
              <a:solidFill>
                <a:schemeClr val="dk1"/>
              </a:solidFill>
              <a:prstDash val="solid"/>
              <a:round/>
              <a:headEnd len="sm" w="sm"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7"/>
          <p:cNvSpPr txBox="1"/>
          <p:nvPr>
            <p:ph type="title"/>
          </p:nvPr>
        </p:nvSpPr>
        <p:spPr>
          <a:xfrm>
            <a:off x="3389865" y="605600"/>
            <a:ext cx="2364270" cy="39585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t" bIns="91425" lIns="91425" spcFirstLastPara="1" rIns="91425" wrap="square" tIns="91425">
            <a:noAutofit/>
          </a:bodyPr>
          <a:lstStyle/>
          <a:p>
            <a:pPr indent="0" lvl="0" marL="0" rtl="0" algn="ctr">
              <a:lnSpc>
                <a:spcPct val="90000"/>
              </a:lnSpc>
              <a:spcBef>
                <a:spcPts val="0"/>
              </a:spcBef>
              <a:spcAft>
                <a:spcPts val="0"/>
              </a:spcAft>
              <a:buClr>
                <a:srgbClr val="262626"/>
              </a:buClr>
              <a:buSzPts val="2600"/>
              <a:buFont typeface="Gill Sans"/>
              <a:buNone/>
            </a:pPr>
            <a:r>
              <a:rPr lang="en-US" sz="2000"/>
              <a:t>QUESTIONS</a:t>
            </a:r>
            <a:endParaRPr sz="2000"/>
          </a:p>
        </p:txBody>
      </p:sp>
      <p:grpSp>
        <p:nvGrpSpPr>
          <p:cNvPr id="150" name="Google Shape;150;p7"/>
          <p:cNvGrpSpPr/>
          <p:nvPr/>
        </p:nvGrpSpPr>
        <p:grpSpPr>
          <a:xfrm>
            <a:off x="895350" y="1998865"/>
            <a:ext cx="7353300" cy="1978774"/>
            <a:chOff x="815340" y="1915045"/>
            <a:chExt cx="7353300" cy="1978774"/>
          </a:xfrm>
        </p:grpSpPr>
        <p:sp>
          <p:nvSpPr>
            <p:cNvPr id="151" name="Google Shape;151;p7"/>
            <p:cNvSpPr/>
            <p:nvPr/>
          </p:nvSpPr>
          <p:spPr>
            <a:xfrm>
              <a:off x="815340" y="1915045"/>
              <a:ext cx="7353300" cy="395850"/>
            </a:xfrm>
            <a:prstGeom prst="roundRect">
              <a:avLst>
                <a:gd fmla="val 16667" name="adj"/>
              </a:avLst>
            </a:prstGeom>
            <a:gradFill>
              <a:gsLst>
                <a:gs pos="0">
                  <a:srgbClr val="AF94D2"/>
                </a:gs>
                <a:gs pos="50000">
                  <a:srgbClr val="CCBEE1"/>
                </a:gs>
                <a:gs pos="100000">
                  <a:srgbClr val="E6E0EF"/>
                </a:gs>
              </a:gsLst>
              <a:path path="circle">
                <a:fillToRect b="50%" l="50%" r="50%" t="50%"/>
              </a:path>
              <a:tileRect/>
            </a:gradFill>
            <a:ln cap="flat" cmpd="sng" w="12700">
              <a:solidFill>
                <a:srgbClr val="6744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500">
                  <a:solidFill>
                    <a:schemeClr val="dk1"/>
                  </a:solidFill>
                  <a:latin typeface="Cambria"/>
                  <a:ea typeface="Cambria"/>
                  <a:cs typeface="Cambria"/>
                  <a:sym typeface="Cambria"/>
                </a:rPr>
                <a:t>What factors does survival of breast cancer patients depend on?</a:t>
              </a:r>
              <a:endParaRPr sz="1500">
                <a:solidFill>
                  <a:schemeClr val="lt1"/>
                </a:solidFill>
                <a:latin typeface="Cambria"/>
                <a:ea typeface="Cambria"/>
                <a:cs typeface="Cambria"/>
                <a:sym typeface="Cambria"/>
              </a:endParaRPr>
            </a:p>
          </p:txBody>
        </p:sp>
        <p:sp>
          <p:nvSpPr>
            <p:cNvPr id="152" name="Google Shape;152;p7"/>
            <p:cNvSpPr/>
            <p:nvPr/>
          </p:nvSpPr>
          <p:spPr>
            <a:xfrm>
              <a:off x="815340" y="2634681"/>
              <a:ext cx="7353300" cy="395850"/>
            </a:xfrm>
            <a:prstGeom prst="roundRect">
              <a:avLst>
                <a:gd fmla="val 16667" name="adj"/>
              </a:avLst>
            </a:prstGeom>
            <a:gradFill>
              <a:gsLst>
                <a:gs pos="0">
                  <a:srgbClr val="AF94D2"/>
                </a:gs>
                <a:gs pos="50000">
                  <a:srgbClr val="CCBEE1"/>
                </a:gs>
                <a:gs pos="100000">
                  <a:srgbClr val="E6E0EF"/>
                </a:gs>
              </a:gsLst>
              <a:path path="circle">
                <a:fillToRect b="50%" l="50%" r="50%" t="50%"/>
              </a:path>
              <a:tileRect/>
            </a:gradFill>
            <a:ln cap="flat" cmpd="sng" w="12700">
              <a:solidFill>
                <a:srgbClr val="6744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500">
                  <a:solidFill>
                    <a:schemeClr val="dk1"/>
                  </a:solidFill>
                  <a:latin typeface="Cambria"/>
                  <a:ea typeface="Cambria"/>
                  <a:cs typeface="Cambria"/>
                  <a:sym typeface="Cambria"/>
                </a:rPr>
                <a:t>Which genes impact survival differences between the patients?</a:t>
              </a:r>
              <a:endParaRPr sz="1500">
                <a:solidFill>
                  <a:schemeClr val="lt1"/>
                </a:solidFill>
                <a:latin typeface="Cambria"/>
                <a:ea typeface="Cambria"/>
                <a:cs typeface="Cambria"/>
                <a:sym typeface="Cambria"/>
              </a:endParaRPr>
            </a:p>
          </p:txBody>
        </p:sp>
        <p:sp>
          <p:nvSpPr>
            <p:cNvPr id="153" name="Google Shape;153;p7"/>
            <p:cNvSpPr/>
            <p:nvPr/>
          </p:nvSpPr>
          <p:spPr>
            <a:xfrm>
              <a:off x="815340" y="3354316"/>
              <a:ext cx="7353300" cy="539503"/>
            </a:xfrm>
            <a:prstGeom prst="roundRect">
              <a:avLst>
                <a:gd fmla="val 16667" name="adj"/>
              </a:avLst>
            </a:prstGeom>
            <a:gradFill>
              <a:gsLst>
                <a:gs pos="0">
                  <a:srgbClr val="AF94D2"/>
                </a:gs>
                <a:gs pos="50000">
                  <a:srgbClr val="CCBEE1"/>
                </a:gs>
                <a:gs pos="100000">
                  <a:srgbClr val="E6E0EF"/>
                </a:gs>
              </a:gsLst>
              <a:path path="circle">
                <a:fillToRect b="50%" l="50%" r="50%" t="50%"/>
              </a:path>
              <a:tileRect/>
            </a:gradFill>
            <a:ln cap="flat" cmpd="sng" w="12700">
              <a:solidFill>
                <a:srgbClr val="6744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500">
                  <a:solidFill>
                    <a:schemeClr val="dk1"/>
                  </a:solidFill>
                  <a:latin typeface="Cambria"/>
                  <a:ea typeface="Cambria"/>
                  <a:cs typeface="Cambria"/>
                  <a:sym typeface="Cambria"/>
                </a:rPr>
                <a:t>What pathways are enriched among genes that significantly impact survival differences?</a:t>
              </a:r>
              <a:endParaRPr sz="1500">
                <a:solidFill>
                  <a:schemeClr val="lt1"/>
                </a:solidFill>
                <a:latin typeface="Cambria"/>
                <a:ea typeface="Cambria"/>
                <a:cs typeface="Cambria"/>
                <a:sym typeface="Cambria"/>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id="158" name="Google Shape;158;p8"/>
          <p:cNvPicPr preferRelativeResize="0"/>
          <p:nvPr/>
        </p:nvPicPr>
        <p:blipFill rotWithShape="1">
          <a:blip r:embed="rId3">
            <a:alphaModFix/>
          </a:blip>
          <a:srcRect b="0" l="0" r="0" t="0"/>
          <a:stretch/>
        </p:blipFill>
        <p:spPr>
          <a:xfrm>
            <a:off x="4229100" y="80010"/>
            <a:ext cx="4690858" cy="4983479"/>
          </a:xfrm>
          <a:prstGeom prst="rect">
            <a:avLst/>
          </a:prstGeom>
          <a:noFill/>
          <a:ln>
            <a:noFill/>
          </a:ln>
        </p:spPr>
      </p:pic>
      <p:sp>
        <p:nvSpPr>
          <p:cNvPr id="159" name="Google Shape;159;p8"/>
          <p:cNvSpPr/>
          <p:nvPr/>
        </p:nvSpPr>
        <p:spPr>
          <a:xfrm>
            <a:off x="224042" y="1844039"/>
            <a:ext cx="3890758" cy="1684019"/>
          </a:xfrm>
          <a:prstGeom prst="roundRect">
            <a:avLst>
              <a:gd fmla="val 16667" name="adj"/>
            </a:avLst>
          </a:prstGeom>
          <a:gradFill>
            <a:gsLst>
              <a:gs pos="0">
                <a:srgbClr val="AF94D2"/>
              </a:gs>
              <a:gs pos="50000">
                <a:srgbClr val="CCBEE1"/>
              </a:gs>
              <a:gs pos="100000">
                <a:srgbClr val="E6E0EF"/>
              </a:gs>
            </a:gsLst>
            <a:path path="circle">
              <a:fillToRect b="50%" l="50%" r="50%" t="50%"/>
            </a:path>
            <a:tileRect/>
          </a:gradFill>
          <a:ln cap="flat" cmpd="sng" w="12700">
            <a:solidFill>
              <a:srgbClr val="67440C"/>
            </a:solidFill>
            <a:prstDash val="solid"/>
            <a:round/>
            <a:headEnd len="sm" w="sm" type="none"/>
            <a:tailEnd len="sm" w="sm" type="none"/>
          </a:ln>
        </p:spPr>
        <p:txBody>
          <a:bodyPr anchorCtr="0" anchor="ctr" bIns="45700" lIns="91425" spcFirstLastPara="1" rIns="91425" wrap="square" tIns="45700">
            <a:noAutofit/>
          </a:bodyPr>
          <a:lstStyle/>
          <a:p>
            <a:pPr indent="-285750" lvl="0" marL="285750" marR="0" rtl="0" algn="l">
              <a:lnSpc>
                <a:spcPct val="150000"/>
              </a:lnSpc>
              <a:spcBef>
                <a:spcPts val="0"/>
              </a:spcBef>
              <a:spcAft>
                <a:spcPts val="0"/>
              </a:spcAft>
              <a:buClr>
                <a:schemeClr val="dk1"/>
              </a:buClr>
              <a:buSzPts val="1400"/>
              <a:buFont typeface="Arial"/>
              <a:buChar char="•"/>
            </a:pPr>
            <a:r>
              <a:rPr lang="en-US" sz="1400">
                <a:solidFill>
                  <a:schemeClr val="dk1"/>
                </a:solidFill>
                <a:latin typeface="Cambria"/>
                <a:ea typeface="Cambria"/>
                <a:cs typeface="Cambria"/>
                <a:sym typeface="Cambria"/>
              </a:rPr>
              <a:t>Estrogen Receptor presence (ER+) is associated with better prognosis and survival.</a:t>
            </a:r>
            <a:endParaRPr/>
          </a:p>
          <a:p>
            <a:pPr indent="-285750" lvl="0" marL="285750" marR="0" rtl="0" algn="l">
              <a:lnSpc>
                <a:spcPct val="150000"/>
              </a:lnSpc>
              <a:spcBef>
                <a:spcPts val="0"/>
              </a:spcBef>
              <a:spcAft>
                <a:spcPts val="0"/>
              </a:spcAft>
              <a:buClr>
                <a:schemeClr val="dk1"/>
              </a:buClr>
              <a:buSzPts val="1400"/>
              <a:buFont typeface="Arial"/>
              <a:buChar char="•"/>
            </a:pPr>
            <a:r>
              <a:rPr lang="en-US" sz="1400">
                <a:solidFill>
                  <a:schemeClr val="dk1"/>
                </a:solidFill>
                <a:latin typeface="Cambria"/>
                <a:ea typeface="Cambria"/>
                <a:cs typeface="Cambria"/>
                <a:sym typeface="Cambria"/>
              </a:rPr>
              <a:t>It is often associated with slower growing and less aggressive compared to ER-</a:t>
            </a:r>
            <a:endParaRPr sz="1400">
              <a:solidFill>
                <a:schemeClr val="lt1"/>
              </a:solidFill>
              <a:latin typeface="Cambria"/>
              <a:ea typeface="Cambria"/>
              <a:cs typeface="Cambria"/>
              <a:sym typeface="Cambria"/>
            </a:endParaRPr>
          </a:p>
        </p:txBody>
      </p:sp>
      <p:sp>
        <p:nvSpPr>
          <p:cNvPr id="160" name="Google Shape;160;p8"/>
          <p:cNvSpPr txBox="1"/>
          <p:nvPr>
            <p:ph type="title"/>
          </p:nvPr>
        </p:nvSpPr>
        <p:spPr>
          <a:xfrm>
            <a:off x="987286" y="445580"/>
            <a:ext cx="2364270" cy="39585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t" bIns="91425" lIns="91425" spcFirstLastPara="1" rIns="91425" wrap="square" tIns="91425">
            <a:noAutofit/>
          </a:bodyPr>
          <a:lstStyle/>
          <a:p>
            <a:pPr indent="0" lvl="0" marL="0" rtl="0" algn="ctr">
              <a:lnSpc>
                <a:spcPct val="90000"/>
              </a:lnSpc>
              <a:spcBef>
                <a:spcPts val="0"/>
              </a:spcBef>
              <a:spcAft>
                <a:spcPts val="0"/>
              </a:spcAft>
              <a:buClr>
                <a:srgbClr val="262626"/>
              </a:buClr>
              <a:buSzPts val="2600"/>
              <a:buFont typeface="Gill Sans"/>
              <a:buNone/>
            </a:pPr>
            <a:r>
              <a:rPr lang="en-US" sz="2000"/>
              <a:t>RESULTS</a:t>
            </a:r>
            <a:endParaRPr sz="2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9"/>
          <p:cNvSpPr txBox="1"/>
          <p:nvPr>
            <p:ph type="title"/>
          </p:nvPr>
        </p:nvSpPr>
        <p:spPr>
          <a:xfrm>
            <a:off x="651510" y="407675"/>
            <a:ext cx="7840980" cy="39585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t" bIns="91425" lIns="91425" spcFirstLastPara="1" rIns="91425" wrap="square" tIns="91425">
            <a:noAutofit/>
          </a:bodyPr>
          <a:lstStyle/>
          <a:p>
            <a:pPr indent="0" lvl="0" marL="0" rtl="0" algn="ctr">
              <a:lnSpc>
                <a:spcPct val="90000"/>
              </a:lnSpc>
              <a:spcBef>
                <a:spcPts val="0"/>
              </a:spcBef>
              <a:spcAft>
                <a:spcPts val="0"/>
              </a:spcAft>
              <a:buClr>
                <a:schemeClr val="dk1"/>
              </a:buClr>
              <a:buSzPts val="2600"/>
              <a:buFont typeface="Gill Sans"/>
              <a:buNone/>
            </a:pPr>
            <a:r>
              <a:rPr lang="en-US" sz="2000">
                <a:solidFill>
                  <a:schemeClr val="dk1"/>
                </a:solidFill>
              </a:rPr>
              <a:t>TOP 10 OUT OF 666 TOTAL GENES IMPACTING SURVIVAL</a:t>
            </a:r>
            <a:endParaRPr/>
          </a:p>
        </p:txBody>
      </p:sp>
      <p:sp>
        <p:nvSpPr>
          <p:cNvPr id="166" name="Google Shape;166;p9"/>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1200"/>
              </a:spcAft>
              <a:buSzPts val="1300"/>
              <a:buNone/>
            </a:pPr>
            <a:r>
              <a:t/>
            </a:r>
            <a:endParaRPr/>
          </a:p>
        </p:txBody>
      </p:sp>
      <p:pic>
        <p:nvPicPr>
          <p:cNvPr id="167" name="Google Shape;167;p9"/>
          <p:cNvPicPr preferRelativeResize="0"/>
          <p:nvPr/>
        </p:nvPicPr>
        <p:blipFill rotWithShape="1">
          <a:blip r:embed="rId3">
            <a:alphaModFix/>
          </a:blip>
          <a:srcRect b="0" l="0" r="49977" t="0"/>
          <a:stretch/>
        </p:blipFill>
        <p:spPr>
          <a:xfrm>
            <a:off x="153425" y="1057775"/>
            <a:ext cx="4574051" cy="3605800"/>
          </a:xfrm>
          <a:prstGeom prst="rect">
            <a:avLst/>
          </a:prstGeom>
          <a:noFill/>
          <a:ln>
            <a:noFill/>
          </a:ln>
        </p:spPr>
      </p:pic>
      <p:graphicFrame>
        <p:nvGraphicFramePr>
          <p:cNvPr id="168" name="Google Shape;168;p9"/>
          <p:cNvGraphicFramePr/>
          <p:nvPr/>
        </p:nvGraphicFramePr>
        <p:xfrm>
          <a:off x="5225575" y="1327275"/>
          <a:ext cx="3000000" cy="3000000"/>
        </p:xfrm>
        <a:graphic>
          <a:graphicData uri="http://schemas.openxmlformats.org/drawingml/2006/table">
            <a:tbl>
              <a:tblPr>
                <a:noFill/>
                <a:tableStyleId>{A7A86F71-0756-4E65-B0BB-9E210D408E6D}</a:tableStyleId>
              </a:tblPr>
              <a:tblGrid>
                <a:gridCol w="1037750"/>
                <a:gridCol w="1037750"/>
                <a:gridCol w="1037750"/>
              </a:tblGrid>
              <a:tr h="256500">
                <a:tc>
                  <a:txBody>
                    <a:bodyPr/>
                    <a:lstStyle/>
                    <a:p>
                      <a:pPr indent="0" lvl="0" marL="0" marR="0" rtl="0" algn="ctr">
                        <a:lnSpc>
                          <a:spcPct val="115000"/>
                        </a:lnSpc>
                        <a:spcBef>
                          <a:spcPts val="0"/>
                        </a:spcBef>
                        <a:spcAft>
                          <a:spcPts val="0"/>
                        </a:spcAft>
                        <a:buClr>
                          <a:srgbClr val="212121"/>
                        </a:buClr>
                        <a:buSzPts val="1100"/>
                        <a:buFont typeface="Roboto"/>
                        <a:buNone/>
                      </a:pPr>
                      <a:r>
                        <a:rPr b="1" lang="en-US" sz="1100" u="none" cap="none" strike="noStrike">
                          <a:solidFill>
                            <a:srgbClr val="212121"/>
                          </a:solidFill>
                          <a:latin typeface="Roboto"/>
                          <a:ea typeface="Roboto"/>
                          <a:cs typeface="Roboto"/>
                          <a:sym typeface="Roboto"/>
                        </a:rPr>
                        <a:t>Gene Symbol</a:t>
                      </a:r>
                      <a:endParaRPr b="1" sz="1100" u="none" cap="none" strike="noStrike">
                        <a:solidFill>
                          <a:srgbClr val="212121"/>
                        </a:solidFill>
                        <a:latin typeface="Roboto"/>
                        <a:ea typeface="Roboto"/>
                        <a:cs typeface="Roboto"/>
                        <a:sym typeface="Robo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b="1" lang="en-US" sz="1100" u="none" cap="none" strike="noStrike">
                          <a:solidFill>
                            <a:srgbClr val="212121"/>
                          </a:solidFill>
                          <a:latin typeface="Roboto"/>
                          <a:ea typeface="Roboto"/>
                          <a:cs typeface="Roboto"/>
                          <a:sym typeface="Roboto"/>
                        </a:rPr>
                        <a:t>p.value</a:t>
                      </a:r>
                      <a:endParaRPr b="1" sz="1100" u="none" cap="none" strike="noStrike">
                        <a:solidFill>
                          <a:srgbClr val="212121"/>
                        </a:solidFill>
                        <a:latin typeface="Roboto"/>
                        <a:ea typeface="Roboto"/>
                        <a:cs typeface="Roboto"/>
                        <a:sym typeface="Robo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b="1" lang="en-US" sz="1100" u="none" cap="none" strike="noStrike">
                          <a:solidFill>
                            <a:srgbClr val="212121"/>
                          </a:solidFill>
                          <a:latin typeface="Roboto"/>
                          <a:ea typeface="Roboto"/>
                          <a:cs typeface="Roboto"/>
                          <a:sym typeface="Roboto"/>
                        </a:rPr>
                        <a:t>HR</a:t>
                      </a:r>
                      <a:endParaRPr b="1" sz="1100" u="none" cap="none" strike="noStrike">
                        <a:solidFill>
                          <a:srgbClr val="212121"/>
                        </a:solidFill>
                        <a:latin typeface="Roboto"/>
                        <a:ea typeface="Roboto"/>
                        <a:cs typeface="Roboto"/>
                        <a:sym typeface="Robo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56500">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CAND1</a:t>
                      </a:r>
                      <a:endParaRPr sz="1100" u="none" cap="none" strike="noStrike">
                        <a:solidFill>
                          <a:srgbClr val="212121"/>
                        </a:solidFill>
                        <a:latin typeface="Roboto"/>
                        <a:ea typeface="Roboto"/>
                        <a:cs typeface="Roboto"/>
                        <a:sym typeface="Robo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0.000514</a:t>
                      </a:r>
                      <a:endParaRPr sz="1100" u="none" cap="none" strike="noStrike">
                        <a:solidFill>
                          <a:srgbClr val="212121"/>
                        </a:solidFill>
                        <a:latin typeface="Roboto"/>
                        <a:ea typeface="Roboto"/>
                        <a:cs typeface="Roboto"/>
                        <a:sym typeface="Robo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2.110083</a:t>
                      </a:r>
                      <a:endParaRPr sz="1100" u="none" cap="none" strike="noStrike">
                        <a:solidFill>
                          <a:srgbClr val="212121"/>
                        </a:solidFill>
                        <a:latin typeface="Roboto"/>
                        <a:ea typeface="Roboto"/>
                        <a:cs typeface="Roboto"/>
                        <a:sym typeface="Robo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56500">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SCNN1B</a:t>
                      </a:r>
                      <a:endParaRPr sz="1100" u="none" cap="none" strike="noStrike">
                        <a:solidFill>
                          <a:srgbClr val="212121"/>
                        </a:solidFill>
                        <a:latin typeface="Roboto"/>
                        <a:ea typeface="Roboto"/>
                        <a:cs typeface="Roboto"/>
                        <a:sym typeface="Robo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0.000505</a:t>
                      </a:r>
                      <a:endParaRPr sz="1100" u="none" cap="none" strike="noStrike">
                        <a:solidFill>
                          <a:srgbClr val="212121"/>
                        </a:solidFill>
                        <a:latin typeface="Roboto"/>
                        <a:ea typeface="Roboto"/>
                        <a:cs typeface="Roboto"/>
                        <a:sym typeface="Robo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1.626094</a:t>
                      </a:r>
                      <a:endParaRPr sz="1100" u="none" cap="none" strike="noStrike">
                        <a:solidFill>
                          <a:srgbClr val="212121"/>
                        </a:solidFill>
                        <a:latin typeface="Roboto"/>
                        <a:ea typeface="Roboto"/>
                        <a:cs typeface="Roboto"/>
                        <a:sym typeface="Robo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56500">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PLCH1</a:t>
                      </a:r>
                      <a:endParaRPr sz="1100" u="none" cap="none" strike="noStrike">
                        <a:solidFill>
                          <a:srgbClr val="212121"/>
                        </a:solidFill>
                        <a:latin typeface="Roboto"/>
                        <a:ea typeface="Roboto"/>
                        <a:cs typeface="Roboto"/>
                        <a:sym typeface="Robo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0.000414</a:t>
                      </a:r>
                      <a:endParaRPr sz="1100" u="none" cap="none" strike="noStrike">
                        <a:solidFill>
                          <a:srgbClr val="212121"/>
                        </a:solidFill>
                        <a:latin typeface="Roboto"/>
                        <a:ea typeface="Roboto"/>
                        <a:cs typeface="Roboto"/>
                        <a:sym typeface="Robo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1.442831</a:t>
                      </a:r>
                      <a:endParaRPr sz="1100" u="none" cap="none" strike="noStrike">
                        <a:solidFill>
                          <a:srgbClr val="212121"/>
                        </a:solidFill>
                        <a:latin typeface="Roboto"/>
                        <a:ea typeface="Roboto"/>
                        <a:cs typeface="Roboto"/>
                        <a:sym typeface="Robo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56500">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GPR56</a:t>
                      </a:r>
                      <a:endParaRPr sz="1100" u="none" cap="none" strike="noStrike">
                        <a:solidFill>
                          <a:srgbClr val="212121"/>
                        </a:solidFill>
                        <a:latin typeface="Roboto"/>
                        <a:ea typeface="Roboto"/>
                        <a:cs typeface="Roboto"/>
                        <a:sym typeface="Robo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0.000347</a:t>
                      </a:r>
                      <a:endParaRPr sz="1100" u="none" cap="none" strike="noStrike">
                        <a:solidFill>
                          <a:srgbClr val="212121"/>
                        </a:solidFill>
                        <a:latin typeface="Roboto"/>
                        <a:ea typeface="Roboto"/>
                        <a:cs typeface="Roboto"/>
                        <a:sym typeface="Robo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1.772877</a:t>
                      </a:r>
                      <a:endParaRPr sz="1100" u="none" cap="none" strike="noStrike">
                        <a:solidFill>
                          <a:srgbClr val="212121"/>
                        </a:solidFill>
                        <a:latin typeface="Roboto"/>
                        <a:ea typeface="Roboto"/>
                        <a:cs typeface="Roboto"/>
                        <a:sym typeface="Robo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56500">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NAT2</a:t>
                      </a:r>
                      <a:endParaRPr sz="1100" u="none" cap="none" strike="noStrike">
                        <a:solidFill>
                          <a:srgbClr val="212121"/>
                        </a:solidFill>
                        <a:latin typeface="Roboto"/>
                        <a:ea typeface="Roboto"/>
                        <a:cs typeface="Roboto"/>
                        <a:sym typeface="Robo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0.00031</a:t>
                      </a:r>
                      <a:endParaRPr sz="1100" u="none" cap="none" strike="noStrike">
                        <a:solidFill>
                          <a:srgbClr val="212121"/>
                        </a:solidFill>
                        <a:latin typeface="Roboto"/>
                        <a:ea typeface="Roboto"/>
                        <a:cs typeface="Roboto"/>
                        <a:sym typeface="Robo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1.334235</a:t>
                      </a:r>
                      <a:endParaRPr sz="1100" u="none" cap="none" strike="noStrike">
                        <a:solidFill>
                          <a:srgbClr val="212121"/>
                        </a:solidFill>
                        <a:latin typeface="Roboto"/>
                        <a:ea typeface="Roboto"/>
                        <a:cs typeface="Roboto"/>
                        <a:sym typeface="Robo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56500">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KATNB1</a:t>
                      </a:r>
                      <a:endParaRPr sz="1100" u="none" cap="none" strike="noStrike">
                        <a:solidFill>
                          <a:srgbClr val="212121"/>
                        </a:solidFill>
                        <a:latin typeface="Roboto"/>
                        <a:ea typeface="Roboto"/>
                        <a:cs typeface="Roboto"/>
                        <a:sym typeface="Robo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0.000256</a:t>
                      </a:r>
                      <a:endParaRPr sz="1100" u="none" cap="none" strike="noStrike">
                        <a:solidFill>
                          <a:srgbClr val="212121"/>
                        </a:solidFill>
                        <a:latin typeface="Roboto"/>
                        <a:ea typeface="Roboto"/>
                        <a:cs typeface="Roboto"/>
                        <a:sym typeface="Robo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2.29646</a:t>
                      </a:r>
                      <a:endParaRPr sz="1100" u="none" cap="none" strike="noStrike">
                        <a:solidFill>
                          <a:srgbClr val="212121"/>
                        </a:solidFill>
                        <a:latin typeface="Roboto"/>
                        <a:ea typeface="Roboto"/>
                        <a:cs typeface="Roboto"/>
                        <a:sym typeface="Robo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56500">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CENPU</a:t>
                      </a:r>
                      <a:endParaRPr sz="1100" u="none" cap="none" strike="noStrike">
                        <a:solidFill>
                          <a:srgbClr val="212121"/>
                        </a:solidFill>
                        <a:latin typeface="Roboto"/>
                        <a:ea typeface="Roboto"/>
                        <a:cs typeface="Roboto"/>
                        <a:sym typeface="Robo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0.000235</a:t>
                      </a:r>
                      <a:endParaRPr sz="1100" u="none" cap="none" strike="noStrike">
                        <a:solidFill>
                          <a:srgbClr val="212121"/>
                        </a:solidFill>
                        <a:latin typeface="Roboto"/>
                        <a:ea typeface="Roboto"/>
                        <a:cs typeface="Roboto"/>
                        <a:sym typeface="Robo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1.789915</a:t>
                      </a:r>
                      <a:endParaRPr sz="1100" u="none" cap="none" strike="noStrike">
                        <a:solidFill>
                          <a:srgbClr val="212121"/>
                        </a:solidFill>
                        <a:latin typeface="Roboto"/>
                        <a:ea typeface="Roboto"/>
                        <a:cs typeface="Roboto"/>
                        <a:sym typeface="Robo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56500">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CIAPIN1</a:t>
                      </a:r>
                      <a:endParaRPr sz="1100" u="none" cap="none" strike="noStrike">
                        <a:solidFill>
                          <a:srgbClr val="212121"/>
                        </a:solidFill>
                        <a:latin typeface="Roboto"/>
                        <a:ea typeface="Roboto"/>
                        <a:cs typeface="Roboto"/>
                        <a:sym typeface="Robo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0.000207</a:t>
                      </a:r>
                      <a:endParaRPr sz="1100" u="none" cap="none" strike="noStrike">
                        <a:solidFill>
                          <a:srgbClr val="212121"/>
                        </a:solidFill>
                        <a:latin typeface="Roboto"/>
                        <a:ea typeface="Roboto"/>
                        <a:cs typeface="Roboto"/>
                        <a:sym typeface="Robo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2.772696</a:t>
                      </a:r>
                      <a:endParaRPr sz="1100" u="none" cap="none" strike="noStrike">
                        <a:solidFill>
                          <a:srgbClr val="212121"/>
                        </a:solidFill>
                        <a:latin typeface="Roboto"/>
                        <a:ea typeface="Roboto"/>
                        <a:cs typeface="Roboto"/>
                        <a:sym typeface="Robo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56500">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NPC1L1</a:t>
                      </a:r>
                      <a:endParaRPr sz="1100" u="none" cap="none" strike="noStrike">
                        <a:solidFill>
                          <a:srgbClr val="212121"/>
                        </a:solidFill>
                        <a:latin typeface="Roboto"/>
                        <a:ea typeface="Roboto"/>
                        <a:cs typeface="Roboto"/>
                        <a:sym typeface="Robo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0.000038</a:t>
                      </a:r>
                      <a:endParaRPr sz="1100" u="none" cap="none" strike="noStrike">
                        <a:solidFill>
                          <a:srgbClr val="212121"/>
                        </a:solidFill>
                        <a:latin typeface="Roboto"/>
                        <a:ea typeface="Roboto"/>
                        <a:cs typeface="Roboto"/>
                        <a:sym typeface="Robo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1.41416</a:t>
                      </a:r>
                      <a:endParaRPr sz="1100" u="none" cap="none" strike="noStrike">
                        <a:solidFill>
                          <a:srgbClr val="212121"/>
                        </a:solidFill>
                        <a:latin typeface="Roboto"/>
                        <a:ea typeface="Roboto"/>
                        <a:cs typeface="Roboto"/>
                        <a:sym typeface="Robo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56500">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SLC38A7</a:t>
                      </a:r>
                      <a:endParaRPr sz="1100" u="none" cap="none" strike="noStrike">
                        <a:solidFill>
                          <a:srgbClr val="212121"/>
                        </a:solidFill>
                        <a:latin typeface="Roboto"/>
                        <a:ea typeface="Roboto"/>
                        <a:cs typeface="Roboto"/>
                        <a:sym typeface="Robo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0.00002</a:t>
                      </a:r>
                      <a:endParaRPr sz="1100" u="none" cap="none" strike="noStrike">
                        <a:solidFill>
                          <a:srgbClr val="212121"/>
                        </a:solidFill>
                        <a:latin typeface="Roboto"/>
                        <a:ea typeface="Roboto"/>
                        <a:cs typeface="Roboto"/>
                        <a:sym typeface="Robo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3.258757</a:t>
                      </a:r>
                      <a:endParaRPr sz="1100" u="none" cap="none" strike="noStrike">
                        <a:solidFill>
                          <a:srgbClr val="212121"/>
                        </a:solidFill>
                        <a:latin typeface="Roboto"/>
                        <a:ea typeface="Roboto"/>
                        <a:cs typeface="Roboto"/>
                        <a:sym typeface="Roboto"/>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pic>
        <p:nvPicPr>
          <p:cNvPr id="173" name="Google Shape;173;p10"/>
          <p:cNvPicPr preferRelativeResize="0"/>
          <p:nvPr/>
        </p:nvPicPr>
        <p:blipFill rotWithShape="1">
          <a:blip r:embed="rId3">
            <a:alphaModFix/>
          </a:blip>
          <a:srcRect b="0" l="50246" r="0" t="0"/>
          <a:stretch/>
        </p:blipFill>
        <p:spPr>
          <a:xfrm>
            <a:off x="148075" y="1283770"/>
            <a:ext cx="4549474" cy="3605800"/>
          </a:xfrm>
          <a:prstGeom prst="rect">
            <a:avLst/>
          </a:prstGeom>
          <a:noFill/>
          <a:ln>
            <a:noFill/>
          </a:ln>
        </p:spPr>
      </p:pic>
      <p:graphicFrame>
        <p:nvGraphicFramePr>
          <p:cNvPr id="174" name="Google Shape;174;p10"/>
          <p:cNvGraphicFramePr/>
          <p:nvPr/>
        </p:nvGraphicFramePr>
        <p:xfrm>
          <a:off x="4982925" y="1550670"/>
          <a:ext cx="3000000" cy="3000000"/>
        </p:xfrm>
        <a:graphic>
          <a:graphicData uri="http://schemas.openxmlformats.org/drawingml/2006/table">
            <a:tbl>
              <a:tblPr>
                <a:noFill/>
                <a:tableStyleId>{A7A86F71-0756-4E65-B0BB-9E210D408E6D}</a:tableStyleId>
              </a:tblPr>
              <a:tblGrid>
                <a:gridCol w="1150250"/>
                <a:gridCol w="1150250"/>
                <a:gridCol w="1150250"/>
              </a:tblGrid>
              <a:tr h="270450">
                <a:tc>
                  <a:txBody>
                    <a:bodyPr/>
                    <a:lstStyle/>
                    <a:p>
                      <a:pPr indent="0" lvl="0" marL="0" marR="0" rtl="0" algn="ctr">
                        <a:lnSpc>
                          <a:spcPct val="115000"/>
                        </a:lnSpc>
                        <a:spcBef>
                          <a:spcPts val="0"/>
                        </a:spcBef>
                        <a:spcAft>
                          <a:spcPts val="0"/>
                        </a:spcAft>
                        <a:buClr>
                          <a:srgbClr val="212121"/>
                        </a:buClr>
                        <a:buSzPts val="1100"/>
                        <a:buFont typeface="Roboto"/>
                        <a:buNone/>
                      </a:pPr>
                      <a:r>
                        <a:rPr b="1" lang="en-US" sz="1100" u="none" cap="none" strike="noStrike">
                          <a:solidFill>
                            <a:srgbClr val="212121"/>
                          </a:solidFill>
                          <a:latin typeface="Roboto"/>
                          <a:ea typeface="Roboto"/>
                          <a:cs typeface="Roboto"/>
                          <a:sym typeface="Roboto"/>
                        </a:rPr>
                        <a:t>Gene Symbol</a:t>
                      </a:r>
                      <a:endParaRPr b="1" sz="1100" u="none" cap="none" strike="noStrike">
                        <a:solidFill>
                          <a:srgbClr val="212121"/>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b="1" lang="en-US" sz="1100" u="none" cap="none" strike="noStrike">
                          <a:solidFill>
                            <a:srgbClr val="212121"/>
                          </a:solidFill>
                          <a:latin typeface="Roboto"/>
                          <a:ea typeface="Roboto"/>
                          <a:cs typeface="Roboto"/>
                          <a:sym typeface="Roboto"/>
                        </a:rPr>
                        <a:t>p.value</a:t>
                      </a:r>
                      <a:endParaRPr b="1" sz="1100" u="none" cap="none" strike="noStrike">
                        <a:solidFill>
                          <a:srgbClr val="212121"/>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b="1" lang="en-US" sz="1100" u="none" cap="none" strike="noStrike">
                          <a:solidFill>
                            <a:srgbClr val="212121"/>
                          </a:solidFill>
                          <a:latin typeface="Roboto"/>
                          <a:ea typeface="Roboto"/>
                          <a:cs typeface="Roboto"/>
                          <a:sym typeface="Roboto"/>
                        </a:rPr>
                        <a:t>HR</a:t>
                      </a:r>
                      <a:endParaRPr b="1" sz="1100" u="none" cap="none" strike="noStrike">
                        <a:solidFill>
                          <a:srgbClr val="212121"/>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70450">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C9orf156</a:t>
                      </a:r>
                      <a:endParaRPr sz="1100" u="none" cap="none" strike="noStrike">
                        <a:solidFill>
                          <a:srgbClr val="212121"/>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0.000491</a:t>
                      </a:r>
                      <a:endParaRPr sz="1100" u="none" cap="none" strike="noStrike">
                        <a:solidFill>
                          <a:srgbClr val="212121"/>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0.653663</a:t>
                      </a:r>
                      <a:endParaRPr sz="1100" u="none" cap="none" strike="noStrike">
                        <a:solidFill>
                          <a:srgbClr val="212121"/>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70450">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SIK2</a:t>
                      </a:r>
                      <a:endParaRPr sz="1100" u="none" cap="none" strike="noStrike">
                        <a:solidFill>
                          <a:srgbClr val="212121"/>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0.000487</a:t>
                      </a:r>
                      <a:endParaRPr sz="1100" u="none" cap="none" strike="noStrike">
                        <a:solidFill>
                          <a:srgbClr val="212121"/>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0.696943</a:t>
                      </a:r>
                      <a:endParaRPr sz="1100" u="none" cap="none" strike="noStrike">
                        <a:solidFill>
                          <a:srgbClr val="212121"/>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70450">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DFFB</a:t>
                      </a:r>
                      <a:endParaRPr sz="1100" u="none" cap="none" strike="noStrike">
                        <a:solidFill>
                          <a:srgbClr val="212121"/>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0.000178</a:t>
                      </a:r>
                      <a:endParaRPr sz="1100" u="none" cap="none" strike="noStrike">
                        <a:solidFill>
                          <a:srgbClr val="212121"/>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0.549663</a:t>
                      </a:r>
                      <a:endParaRPr sz="1100" u="none" cap="none" strike="noStrike">
                        <a:solidFill>
                          <a:srgbClr val="212121"/>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70450">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MGMT</a:t>
                      </a:r>
                      <a:endParaRPr sz="1100" u="none" cap="none" strike="noStrike">
                        <a:solidFill>
                          <a:srgbClr val="212121"/>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0.000102</a:t>
                      </a:r>
                      <a:endParaRPr sz="1100" u="none" cap="none" strike="noStrike">
                        <a:solidFill>
                          <a:srgbClr val="212121"/>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0.529302</a:t>
                      </a:r>
                      <a:endParaRPr sz="1100" u="none" cap="none" strike="noStrike">
                        <a:solidFill>
                          <a:srgbClr val="212121"/>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70450">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PAOX</a:t>
                      </a:r>
                      <a:endParaRPr sz="1100" u="none" cap="none" strike="noStrike">
                        <a:solidFill>
                          <a:srgbClr val="212121"/>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0.000063</a:t>
                      </a:r>
                      <a:endParaRPr sz="1100" u="none" cap="none" strike="noStrike">
                        <a:solidFill>
                          <a:srgbClr val="212121"/>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0.309853</a:t>
                      </a:r>
                      <a:endParaRPr sz="1100" u="none" cap="none" strike="noStrike">
                        <a:solidFill>
                          <a:srgbClr val="212121"/>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70450">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EPHX2</a:t>
                      </a:r>
                      <a:endParaRPr sz="1100" u="none" cap="none" strike="noStrike">
                        <a:solidFill>
                          <a:srgbClr val="212121"/>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0.00004</a:t>
                      </a:r>
                      <a:endParaRPr sz="1100" u="none" cap="none" strike="noStrike">
                        <a:solidFill>
                          <a:srgbClr val="212121"/>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0.728751</a:t>
                      </a:r>
                      <a:endParaRPr sz="1100" u="none" cap="none" strike="noStrike">
                        <a:solidFill>
                          <a:srgbClr val="212121"/>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70450">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RTN1</a:t>
                      </a:r>
                      <a:endParaRPr sz="1100" u="none" cap="none" strike="noStrike">
                        <a:solidFill>
                          <a:srgbClr val="212121"/>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0.000022</a:t>
                      </a:r>
                      <a:endParaRPr sz="1100" u="none" cap="none" strike="noStrike">
                        <a:solidFill>
                          <a:srgbClr val="212121"/>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0.648152</a:t>
                      </a:r>
                      <a:endParaRPr sz="1100" u="none" cap="none" strike="noStrike">
                        <a:solidFill>
                          <a:srgbClr val="212121"/>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70450">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ZNF589</a:t>
                      </a:r>
                      <a:endParaRPr sz="1100" u="none" cap="none" strike="noStrike">
                        <a:solidFill>
                          <a:srgbClr val="212121"/>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0.000018</a:t>
                      </a:r>
                      <a:endParaRPr sz="1100" u="none" cap="none" strike="noStrike">
                        <a:solidFill>
                          <a:srgbClr val="212121"/>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0.436579</a:t>
                      </a:r>
                      <a:endParaRPr sz="1100" u="none" cap="none" strike="noStrike">
                        <a:solidFill>
                          <a:srgbClr val="212121"/>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70450">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SLC35D2</a:t>
                      </a:r>
                      <a:endParaRPr sz="1100" u="none" cap="none" strike="noStrike">
                        <a:solidFill>
                          <a:srgbClr val="212121"/>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0.000011</a:t>
                      </a:r>
                      <a:endParaRPr sz="1100" u="none" cap="none" strike="noStrike">
                        <a:solidFill>
                          <a:srgbClr val="212121"/>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0.426859</a:t>
                      </a:r>
                      <a:endParaRPr sz="1100" u="none" cap="none" strike="noStrike">
                        <a:solidFill>
                          <a:srgbClr val="212121"/>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270450">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ARL6IP5</a:t>
                      </a:r>
                      <a:endParaRPr sz="1100" u="none" cap="none" strike="noStrike">
                        <a:solidFill>
                          <a:srgbClr val="212121"/>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0.000006</a:t>
                      </a:r>
                      <a:endParaRPr sz="1100" u="none" cap="none" strike="noStrike">
                        <a:solidFill>
                          <a:srgbClr val="212121"/>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212121"/>
                        </a:buClr>
                        <a:buSzPts val="1100"/>
                        <a:buFont typeface="Roboto"/>
                        <a:buNone/>
                      </a:pPr>
                      <a:r>
                        <a:rPr lang="en-US" sz="1100" u="none" cap="none" strike="noStrike">
                          <a:solidFill>
                            <a:srgbClr val="212121"/>
                          </a:solidFill>
                          <a:latin typeface="Roboto"/>
                          <a:ea typeface="Roboto"/>
                          <a:cs typeface="Roboto"/>
                          <a:sym typeface="Roboto"/>
                        </a:rPr>
                        <a:t>0.333449</a:t>
                      </a:r>
                      <a:endParaRPr sz="1100" u="none" cap="none" strike="noStrike">
                        <a:solidFill>
                          <a:srgbClr val="212121"/>
                        </a:solidFill>
                        <a:latin typeface="Roboto"/>
                        <a:ea typeface="Roboto"/>
                        <a:cs typeface="Roboto"/>
                        <a:sym typeface="Roboto"/>
                      </a:endParaRPr>
                    </a:p>
                  </a:txBody>
                  <a:tcPr marT="19050" marB="19050" marR="28575" marL="28575" anchor="b">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sp>
        <p:nvSpPr>
          <p:cNvPr id="175" name="Google Shape;175;p10"/>
          <p:cNvSpPr txBox="1"/>
          <p:nvPr>
            <p:ph type="title"/>
          </p:nvPr>
        </p:nvSpPr>
        <p:spPr>
          <a:xfrm>
            <a:off x="651510" y="377260"/>
            <a:ext cx="7840980" cy="67029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t" bIns="91425" lIns="91425" spcFirstLastPara="1" rIns="91425" wrap="square" tIns="91425">
            <a:noAutofit/>
          </a:bodyPr>
          <a:lstStyle/>
          <a:p>
            <a:pPr indent="0" lvl="0" marL="0" rtl="0" algn="ctr">
              <a:lnSpc>
                <a:spcPct val="90000"/>
              </a:lnSpc>
              <a:spcBef>
                <a:spcPts val="0"/>
              </a:spcBef>
              <a:spcAft>
                <a:spcPts val="0"/>
              </a:spcAft>
              <a:buClr>
                <a:schemeClr val="dk1"/>
              </a:buClr>
              <a:buSzPts val="2600"/>
              <a:buFont typeface="Gill Sans"/>
              <a:buNone/>
            </a:pPr>
            <a:r>
              <a:rPr lang="en-US" sz="2000">
                <a:solidFill>
                  <a:schemeClr val="dk1"/>
                </a:solidFill>
              </a:rPr>
              <a:t>TOP 10 OUT OF 582 TOTAL GENES WITH PROTECTIVE FUNCTION ON SURVIVAL</a:t>
            </a:r>
            <a:br>
              <a:rPr lang="en-US" sz="2000">
                <a:solidFill>
                  <a:schemeClr val="dk1"/>
                </a:solidFill>
              </a:rPr>
            </a:br>
            <a:endParaRPr sz="20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pic>
        <p:nvPicPr>
          <p:cNvPr id="180" name="Google Shape;180;p11"/>
          <p:cNvPicPr preferRelativeResize="0"/>
          <p:nvPr/>
        </p:nvPicPr>
        <p:blipFill rotWithShape="1">
          <a:blip r:embed="rId3">
            <a:alphaModFix/>
          </a:blip>
          <a:srcRect b="0" l="0" r="0" t="0"/>
          <a:stretch/>
        </p:blipFill>
        <p:spPr>
          <a:xfrm>
            <a:off x="2308860" y="149060"/>
            <a:ext cx="6713220" cy="2609380"/>
          </a:xfrm>
          <a:prstGeom prst="rect">
            <a:avLst/>
          </a:prstGeom>
          <a:noFill/>
          <a:ln>
            <a:noFill/>
          </a:ln>
        </p:spPr>
      </p:pic>
      <p:sp>
        <p:nvSpPr>
          <p:cNvPr id="181" name="Google Shape;181;p11"/>
          <p:cNvSpPr txBox="1"/>
          <p:nvPr/>
        </p:nvSpPr>
        <p:spPr>
          <a:xfrm>
            <a:off x="651510" y="377260"/>
            <a:ext cx="4248150" cy="41188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t" bIns="91425" lIns="91425" spcFirstLastPara="1" rIns="91425" wrap="square" tIns="91425">
            <a:noAutofit/>
          </a:bodyPr>
          <a:lstStyle/>
          <a:p>
            <a:pPr indent="0" lvl="0" marL="0" marR="0" rtl="0" algn="ctr">
              <a:lnSpc>
                <a:spcPct val="90000"/>
              </a:lnSpc>
              <a:spcBef>
                <a:spcPts val="0"/>
              </a:spcBef>
              <a:spcAft>
                <a:spcPts val="0"/>
              </a:spcAft>
              <a:buClr>
                <a:schemeClr val="dk1"/>
              </a:buClr>
              <a:buSzPts val="2600"/>
              <a:buFont typeface="Gill Sans"/>
              <a:buNone/>
            </a:pPr>
            <a:r>
              <a:rPr lang="en-US" sz="2000" cap="none">
                <a:solidFill>
                  <a:schemeClr val="dk1"/>
                </a:solidFill>
                <a:latin typeface="Gill Sans"/>
                <a:ea typeface="Gill Sans"/>
                <a:cs typeface="Gill Sans"/>
                <a:sym typeface="Gill Sans"/>
              </a:rPr>
              <a:t>TOP 10 PATHWAYS ENRICHED</a:t>
            </a:r>
            <a:endParaRPr/>
          </a:p>
        </p:txBody>
      </p:sp>
      <p:sp>
        <p:nvSpPr>
          <p:cNvPr id="182" name="Google Shape;182;p11"/>
          <p:cNvSpPr/>
          <p:nvPr/>
        </p:nvSpPr>
        <p:spPr>
          <a:xfrm>
            <a:off x="373380" y="2986640"/>
            <a:ext cx="8435340" cy="2007800"/>
          </a:xfrm>
          <a:prstGeom prst="roundRect">
            <a:avLst>
              <a:gd fmla="val 16667" name="adj"/>
            </a:avLst>
          </a:prstGeom>
          <a:gradFill>
            <a:gsLst>
              <a:gs pos="0">
                <a:srgbClr val="AF94D2"/>
              </a:gs>
              <a:gs pos="50000">
                <a:srgbClr val="CCBEE1"/>
              </a:gs>
              <a:gs pos="100000">
                <a:srgbClr val="E6E0EF"/>
              </a:gs>
            </a:gsLst>
            <a:path path="circle">
              <a:fillToRect b="50%" l="50%" r="50%" t="50%"/>
            </a:path>
            <a:tileRect/>
          </a:gradFill>
          <a:ln cap="flat" cmpd="sng" w="12700">
            <a:solidFill>
              <a:srgbClr val="67440C"/>
            </a:solidFill>
            <a:prstDash val="solid"/>
            <a:round/>
            <a:headEnd len="sm" w="sm" type="none"/>
            <a:tailEnd len="sm" w="sm" type="none"/>
          </a:ln>
        </p:spPr>
        <p:txBody>
          <a:bodyPr anchorCtr="0" anchor="ctr" bIns="45700" lIns="91425" spcFirstLastPara="1" rIns="91425" wrap="square" tIns="45700">
            <a:noAutofit/>
          </a:bodyPr>
          <a:lstStyle/>
          <a:p>
            <a:pPr indent="-285750" lvl="0" marL="285750" marR="0" rtl="0" algn="l">
              <a:lnSpc>
                <a:spcPct val="150000"/>
              </a:lnSpc>
              <a:spcBef>
                <a:spcPts val="0"/>
              </a:spcBef>
              <a:spcAft>
                <a:spcPts val="0"/>
              </a:spcAft>
              <a:buClr>
                <a:schemeClr val="dk1"/>
              </a:buClr>
              <a:buSzPts val="1400"/>
              <a:buFont typeface="Arial"/>
              <a:buChar char="•"/>
            </a:pPr>
            <a:r>
              <a:rPr lang="en-US" sz="1400">
                <a:solidFill>
                  <a:schemeClr val="dk1"/>
                </a:solidFill>
                <a:latin typeface="Cambria"/>
                <a:ea typeface="Cambria"/>
                <a:cs typeface="Cambria"/>
                <a:sym typeface="Cambria"/>
              </a:rPr>
              <a:t>Dysregulation of translation processes and ribosome assembly in the cytoplasm can lead to altered protein synthesis, promoting uncontrolled cell growth and cancer. </a:t>
            </a:r>
            <a:endParaRPr/>
          </a:p>
          <a:p>
            <a:pPr indent="-285750" lvl="0" marL="285750" marR="0" rtl="0" algn="l">
              <a:lnSpc>
                <a:spcPct val="150000"/>
              </a:lnSpc>
              <a:spcBef>
                <a:spcPts val="0"/>
              </a:spcBef>
              <a:spcAft>
                <a:spcPts val="0"/>
              </a:spcAft>
              <a:buClr>
                <a:schemeClr val="dk1"/>
              </a:buClr>
              <a:buSzPts val="1400"/>
              <a:buFont typeface="Arial"/>
              <a:buChar char="•"/>
            </a:pPr>
            <a:r>
              <a:rPr lang="en-US" sz="1400">
                <a:solidFill>
                  <a:schemeClr val="dk1"/>
                </a:solidFill>
                <a:latin typeface="Cambria"/>
                <a:ea typeface="Cambria"/>
                <a:cs typeface="Cambria"/>
                <a:sym typeface="Cambria"/>
              </a:rPr>
              <a:t>Changes in the nucleoplasm and abnormal protein interactions disrupt genome integrity and signaling pathways, further contributing to malignancy. </a:t>
            </a:r>
            <a:endParaRPr/>
          </a:p>
          <a:p>
            <a:pPr indent="-285750" lvl="0" marL="285750" marR="0" rtl="0" algn="l">
              <a:lnSpc>
                <a:spcPct val="150000"/>
              </a:lnSpc>
              <a:spcBef>
                <a:spcPts val="0"/>
              </a:spcBef>
              <a:spcAft>
                <a:spcPts val="0"/>
              </a:spcAft>
              <a:buClr>
                <a:schemeClr val="dk1"/>
              </a:buClr>
              <a:buSzPts val="1400"/>
              <a:buFont typeface="Arial"/>
              <a:buChar char="•"/>
            </a:pPr>
            <a:r>
              <a:rPr lang="en-US" sz="1400">
                <a:solidFill>
                  <a:schemeClr val="dk1"/>
                </a:solidFill>
                <a:latin typeface="Cambria"/>
                <a:ea typeface="Cambria"/>
                <a:cs typeface="Cambria"/>
                <a:sym typeface="Cambria"/>
              </a:rPr>
              <a:t>Aberrations in translation initiation and cytosolic composition impact cellular function, metabolism, and survival, driving cancer progression.</a:t>
            </a:r>
            <a:endParaRPr sz="1400">
              <a:solidFill>
                <a:schemeClr val="lt1"/>
              </a:solidFill>
              <a:latin typeface="Cambria"/>
              <a:ea typeface="Cambria"/>
              <a:cs typeface="Cambria"/>
              <a:sym typeface="Cambri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2"/>
          <p:cNvSpPr txBox="1"/>
          <p:nvPr/>
        </p:nvSpPr>
        <p:spPr>
          <a:xfrm>
            <a:off x="2447925" y="495023"/>
            <a:ext cx="4248150" cy="411880"/>
          </a:xfrm>
          <a:prstGeom prst="rect">
            <a:avLst/>
          </a:prstGeom>
          <a:solidFill>
            <a:srgbClr val="FFFFFF"/>
          </a:solidFill>
          <a:ln cap="sq" cmpd="sng" w="31750">
            <a:solidFill>
              <a:srgbClr val="404040"/>
            </a:solidFill>
            <a:prstDash val="solid"/>
            <a:miter lim="800000"/>
            <a:headEnd len="sm" w="sm" type="none"/>
            <a:tailEnd len="sm" w="sm" type="none"/>
          </a:ln>
        </p:spPr>
        <p:txBody>
          <a:bodyPr anchorCtr="0" anchor="t" bIns="91425" lIns="91425" spcFirstLastPara="1" rIns="91425" wrap="square" tIns="91425">
            <a:noAutofit/>
          </a:bodyPr>
          <a:lstStyle/>
          <a:p>
            <a:pPr indent="0" lvl="0" marL="0" marR="0" rtl="0" algn="ctr">
              <a:lnSpc>
                <a:spcPct val="90000"/>
              </a:lnSpc>
              <a:spcBef>
                <a:spcPts val="0"/>
              </a:spcBef>
              <a:spcAft>
                <a:spcPts val="0"/>
              </a:spcAft>
              <a:buClr>
                <a:schemeClr val="dk1"/>
              </a:buClr>
              <a:buSzPts val="2600"/>
              <a:buFont typeface="Gill Sans"/>
              <a:buNone/>
            </a:pPr>
            <a:r>
              <a:rPr lang="en-US" sz="2000" cap="none">
                <a:solidFill>
                  <a:schemeClr val="dk1"/>
                </a:solidFill>
                <a:latin typeface="Gill Sans"/>
                <a:ea typeface="Gill Sans"/>
                <a:cs typeface="Gill Sans"/>
                <a:sym typeface="Gill Sans"/>
              </a:rPr>
              <a:t>KEY TAKEAWAYS</a:t>
            </a:r>
            <a:endParaRPr/>
          </a:p>
        </p:txBody>
      </p:sp>
      <p:sp>
        <p:nvSpPr>
          <p:cNvPr id="188" name="Google Shape;188;p12"/>
          <p:cNvSpPr/>
          <p:nvPr/>
        </p:nvSpPr>
        <p:spPr>
          <a:xfrm>
            <a:off x="354330" y="1669473"/>
            <a:ext cx="8435340" cy="1947152"/>
          </a:xfrm>
          <a:prstGeom prst="roundRect">
            <a:avLst>
              <a:gd fmla="val 16667" name="adj"/>
            </a:avLst>
          </a:prstGeom>
          <a:gradFill>
            <a:gsLst>
              <a:gs pos="0">
                <a:srgbClr val="AF94D2"/>
              </a:gs>
              <a:gs pos="50000">
                <a:srgbClr val="CCBEE1"/>
              </a:gs>
              <a:gs pos="100000">
                <a:srgbClr val="E6E0EF"/>
              </a:gs>
            </a:gsLst>
            <a:path path="circle">
              <a:fillToRect b="50%" l="50%" r="50%" t="50%"/>
            </a:path>
            <a:tileRect/>
          </a:gradFill>
          <a:ln cap="flat" cmpd="sng" w="12700">
            <a:solidFill>
              <a:srgbClr val="67440C"/>
            </a:solidFill>
            <a:prstDash val="solid"/>
            <a:round/>
            <a:headEnd len="sm" w="sm" type="none"/>
            <a:tailEnd len="sm" w="sm" type="none"/>
          </a:ln>
        </p:spPr>
        <p:txBody>
          <a:bodyPr anchorCtr="0" anchor="ctr" bIns="45700" lIns="91425" spcFirstLastPara="1" rIns="91425" wrap="square" tIns="45700">
            <a:noAutofit/>
          </a:bodyPr>
          <a:lstStyle/>
          <a:p>
            <a:pPr indent="-285750" lvl="0" marL="285750" marR="0" rtl="0" algn="l">
              <a:lnSpc>
                <a:spcPct val="150000"/>
              </a:lnSpc>
              <a:spcBef>
                <a:spcPts val="0"/>
              </a:spcBef>
              <a:spcAft>
                <a:spcPts val="0"/>
              </a:spcAft>
              <a:buClr>
                <a:schemeClr val="dk1"/>
              </a:buClr>
              <a:buSzPts val="1400"/>
              <a:buFont typeface="Arial"/>
              <a:buChar char="•"/>
            </a:pPr>
            <a:r>
              <a:rPr lang="en-US" sz="1400">
                <a:solidFill>
                  <a:schemeClr val="dk1"/>
                </a:solidFill>
                <a:latin typeface="Cambria"/>
                <a:ea typeface="Cambria"/>
                <a:cs typeface="Cambria"/>
                <a:sym typeface="Cambria"/>
              </a:rPr>
              <a:t>Disruptions in processes like cytoplasmic translation, cytosolic ribosome function, nucleoplasm integrity, and translation initiation can lead to altered protein synthesis, genome instability, and faulty signaling in breast cancer (BRCA). </a:t>
            </a:r>
            <a:endParaRPr/>
          </a:p>
          <a:p>
            <a:pPr indent="-285750" lvl="0" marL="285750" marR="0" rtl="0" algn="l">
              <a:lnSpc>
                <a:spcPct val="150000"/>
              </a:lnSpc>
              <a:spcBef>
                <a:spcPts val="0"/>
              </a:spcBef>
              <a:spcAft>
                <a:spcPts val="0"/>
              </a:spcAft>
              <a:buClr>
                <a:schemeClr val="dk1"/>
              </a:buClr>
              <a:buSzPts val="1400"/>
              <a:buFont typeface="Arial"/>
              <a:buChar char="•"/>
            </a:pPr>
            <a:r>
              <a:rPr lang="en-US" sz="1400">
                <a:solidFill>
                  <a:schemeClr val="dk1"/>
                </a:solidFill>
                <a:latin typeface="Cambria"/>
                <a:ea typeface="Cambria"/>
                <a:cs typeface="Cambria"/>
                <a:sym typeface="Cambria"/>
              </a:rPr>
              <a:t>These changes contribute to uncontrolled cell growth, tumorigenesis, and cancer progression.</a:t>
            </a:r>
            <a:endParaRPr/>
          </a:p>
          <a:p>
            <a:pPr indent="-285750" lvl="0" marL="285750" marR="0" rtl="0" algn="l">
              <a:lnSpc>
                <a:spcPct val="150000"/>
              </a:lnSpc>
              <a:spcBef>
                <a:spcPts val="0"/>
              </a:spcBef>
              <a:spcAft>
                <a:spcPts val="0"/>
              </a:spcAft>
              <a:buClr>
                <a:schemeClr val="dk1"/>
              </a:buClr>
              <a:buSzPts val="1400"/>
              <a:buFont typeface="Arial"/>
              <a:buChar char="•"/>
            </a:pPr>
            <a:r>
              <a:rPr lang="en-US" sz="1400">
                <a:solidFill>
                  <a:schemeClr val="dk1"/>
                </a:solidFill>
                <a:latin typeface="Cambria"/>
                <a:ea typeface="Cambria"/>
                <a:cs typeface="Cambria"/>
                <a:sym typeface="Cambria"/>
              </a:rPr>
              <a:t>The survival analysis identified key genes associated with overall survival in the GSE7390 dataset.</a:t>
            </a:r>
            <a:endParaRPr/>
          </a:p>
          <a:p>
            <a:pPr indent="-285750" lvl="0" marL="285750" marR="0" rtl="0" algn="l">
              <a:lnSpc>
                <a:spcPct val="150000"/>
              </a:lnSpc>
              <a:spcBef>
                <a:spcPts val="0"/>
              </a:spcBef>
              <a:spcAft>
                <a:spcPts val="0"/>
              </a:spcAft>
              <a:buClr>
                <a:schemeClr val="dk1"/>
              </a:buClr>
              <a:buSzPts val="1400"/>
              <a:buFont typeface="Arial"/>
              <a:buChar char="•"/>
            </a:pPr>
            <a:r>
              <a:rPr lang="en-US" sz="1400">
                <a:solidFill>
                  <a:schemeClr val="dk1"/>
                </a:solidFill>
                <a:latin typeface="Cambria"/>
                <a:ea typeface="Cambria"/>
                <a:cs typeface="Cambria"/>
                <a:sym typeface="Cambria"/>
              </a:rPr>
              <a:t>These genes can potentially serve as biomarkers for breast cancer prognosis.</a:t>
            </a:r>
            <a:endParaRPr/>
          </a:p>
        </p:txBody>
      </p:sp>
      <p:sp>
        <p:nvSpPr>
          <p:cNvPr id="189" name="Google Shape;189;p12"/>
          <p:cNvSpPr/>
          <p:nvPr/>
        </p:nvSpPr>
        <p:spPr>
          <a:xfrm>
            <a:off x="354330" y="3965255"/>
            <a:ext cx="8435340" cy="344078"/>
          </a:xfrm>
          <a:prstGeom prst="roundRect">
            <a:avLst>
              <a:gd fmla="val 16667" name="adj"/>
            </a:avLst>
          </a:prstGeom>
          <a:gradFill>
            <a:gsLst>
              <a:gs pos="0">
                <a:srgbClr val="AF94D2"/>
              </a:gs>
              <a:gs pos="50000">
                <a:srgbClr val="CCBEE1"/>
              </a:gs>
              <a:gs pos="100000">
                <a:srgbClr val="E6E0EF"/>
              </a:gs>
            </a:gsLst>
            <a:path path="circle">
              <a:fillToRect b="50%" l="50%" r="50%" t="50%"/>
            </a:path>
            <a:tileRect/>
          </a:gradFill>
          <a:ln cap="flat" cmpd="sng" w="12700">
            <a:solidFill>
              <a:srgbClr val="67440C"/>
            </a:solidFill>
            <a:prstDash val="solid"/>
            <a:round/>
            <a:headEnd len="sm" w="sm" type="none"/>
            <a:tailEnd len="sm" w="sm" type="none"/>
          </a:ln>
        </p:spPr>
        <p:txBody>
          <a:bodyPr anchorCtr="0" anchor="ctr" bIns="45700" lIns="91425" spcFirstLastPara="1" rIns="91425" wrap="square" tIns="45700">
            <a:noAutofit/>
          </a:bodyPr>
          <a:lstStyle/>
          <a:p>
            <a:pPr indent="-285750" lvl="0" marL="285750" marR="0" rtl="0" algn="l">
              <a:lnSpc>
                <a:spcPct val="150000"/>
              </a:lnSpc>
              <a:spcBef>
                <a:spcPts val="0"/>
              </a:spcBef>
              <a:spcAft>
                <a:spcPts val="0"/>
              </a:spcAft>
              <a:buClr>
                <a:schemeClr val="dk1"/>
              </a:buClr>
              <a:buSzPts val="1400"/>
              <a:buFont typeface="Arial"/>
              <a:buChar char="•"/>
            </a:pPr>
            <a:r>
              <a:rPr lang="en-US" sz="1400">
                <a:solidFill>
                  <a:schemeClr val="dk1"/>
                </a:solidFill>
                <a:latin typeface="Cambria"/>
                <a:ea typeface="Cambria"/>
                <a:cs typeface="Cambria"/>
                <a:sym typeface="Cambria"/>
              </a:rPr>
              <a:t>Future work includes looking at these candidate genes expression profiles and tumor subtyping analysis.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3"/>
          <p:cNvSpPr/>
          <p:nvPr/>
        </p:nvSpPr>
        <p:spPr>
          <a:xfrm>
            <a:off x="2774892" y="1598174"/>
            <a:ext cx="3594215" cy="1947152"/>
          </a:xfrm>
          <a:prstGeom prst="roundRect">
            <a:avLst>
              <a:gd fmla="val 16667" name="adj"/>
            </a:avLst>
          </a:prstGeom>
          <a:gradFill>
            <a:gsLst>
              <a:gs pos="0">
                <a:srgbClr val="FFFFFF"/>
              </a:gs>
              <a:gs pos="35000">
                <a:srgbClr val="FFFFFF"/>
              </a:gs>
              <a:gs pos="100000">
                <a:srgbClr val="C96630"/>
              </a:gs>
            </a:gsLst>
            <a:path path="circle">
              <a:fillToRect b="50%" l="50%" r="50%" t="50%"/>
            </a:path>
            <a:tileRect/>
          </a:gradFill>
          <a:ln cap="flat" cmpd="sng" w="12700">
            <a:solidFill>
              <a:srgbClr val="6744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50000"/>
              </a:lnSpc>
              <a:spcBef>
                <a:spcPts val="0"/>
              </a:spcBef>
              <a:spcAft>
                <a:spcPts val="0"/>
              </a:spcAft>
              <a:buNone/>
            </a:pPr>
            <a:r>
              <a:rPr b="1" lang="en-US" sz="4000">
                <a:solidFill>
                  <a:schemeClr val="dk1"/>
                </a:solidFill>
                <a:latin typeface="Cambria"/>
                <a:ea typeface="Cambria"/>
                <a:cs typeface="Cambria"/>
                <a:sym typeface="Cambria"/>
              </a:rPr>
              <a:t>THANK YOU</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8" name="Shape 198"/>
        <p:cNvGrpSpPr/>
        <p:nvPr/>
      </p:nvGrpSpPr>
      <p:grpSpPr>
        <a:xfrm>
          <a:off x="0" y="0"/>
          <a:ext cx="0" cy="0"/>
          <a:chOff x="0" y="0"/>
          <a:chExt cx="0" cy="0"/>
        </a:xfrm>
      </p:grpSpPr>
      <p:sp>
        <p:nvSpPr>
          <p:cNvPr id="199" name="Google Shape;199;p14"/>
          <p:cNvSpPr txBox="1"/>
          <p:nvPr>
            <p:ph type="title"/>
          </p:nvPr>
        </p:nvSpPr>
        <p:spPr>
          <a:xfrm>
            <a:off x="729450" y="1318650"/>
            <a:ext cx="7688700" cy="535200"/>
          </a:xfrm>
          <a:prstGeom prst="rect">
            <a:avLst/>
          </a:prstGeom>
          <a:solidFill>
            <a:schemeClr val="lt1"/>
          </a:solidFill>
          <a:ln cap="sq" cmpd="sng" w="31750">
            <a:solidFill>
              <a:srgbClr val="3F3F3F"/>
            </a:solidFill>
            <a:prstDash val="solid"/>
            <a:miter lim="800000"/>
            <a:headEnd len="sm" w="sm" type="none"/>
            <a:tailEnd len="sm" w="sm" type="none"/>
          </a:ln>
        </p:spPr>
        <p:txBody>
          <a:bodyPr anchorCtr="0" anchor="t" bIns="91425" lIns="91425" spcFirstLastPara="1" rIns="91425" wrap="square" tIns="91425">
            <a:normAutofit fontScale="90000"/>
          </a:bodyPr>
          <a:lstStyle/>
          <a:p>
            <a:pPr indent="0" lvl="0" marL="0" rtl="0" algn="l">
              <a:lnSpc>
                <a:spcPct val="90000"/>
              </a:lnSpc>
              <a:spcBef>
                <a:spcPts val="0"/>
              </a:spcBef>
              <a:spcAft>
                <a:spcPts val="0"/>
              </a:spcAft>
              <a:buClr>
                <a:srgbClr val="262626"/>
              </a:buClr>
              <a:buSzPct val="111111"/>
              <a:buFont typeface="Gill Sans"/>
              <a:buNone/>
            </a:pPr>
            <a:r>
              <a:t/>
            </a:r>
            <a:endParaRPr/>
          </a:p>
        </p:txBody>
      </p:sp>
      <p:sp>
        <p:nvSpPr>
          <p:cNvPr id="200" name="Google Shape;200;p14"/>
          <p:cNvSpPr txBox="1"/>
          <p:nvPr>
            <p:ph idx="1" type="body"/>
          </p:nvPr>
        </p:nvSpPr>
        <p:spPr>
          <a:xfrm>
            <a:off x="729450" y="2078875"/>
            <a:ext cx="7688700" cy="22611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1200"/>
              </a:spcAft>
              <a:buSzPts val="1300"/>
              <a:buNone/>
            </a:pPr>
            <a:r>
              <a:t/>
            </a:r>
            <a:endParaRPr/>
          </a:p>
        </p:txBody>
      </p:sp>
      <p:pic>
        <p:nvPicPr>
          <p:cNvPr id="201" name="Google Shape;201;p14"/>
          <p:cNvPicPr preferRelativeResize="0"/>
          <p:nvPr/>
        </p:nvPicPr>
        <p:blipFill rotWithShape="1">
          <a:blip r:embed="rId3">
            <a:alphaModFix/>
          </a:blip>
          <a:srcRect b="0" l="0" r="0" t="0"/>
          <a:stretch/>
        </p:blipFill>
        <p:spPr>
          <a:xfrm>
            <a:off x="53750" y="1062575"/>
            <a:ext cx="8832302" cy="350630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05" name="Shape 205"/>
        <p:cNvGrpSpPr/>
        <p:nvPr/>
      </p:nvGrpSpPr>
      <p:grpSpPr>
        <a:xfrm>
          <a:off x="0" y="0"/>
          <a:ext cx="0" cy="0"/>
          <a:chOff x="0" y="0"/>
          <a:chExt cx="0" cy="0"/>
        </a:xfrm>
      </p:grpSpPr>
      <p:graphicFrame>
        <p:nvGraphicFramePr>
          <p:cNvPr id="206" name="Google Shape;206;p15"/>
          <p:cNvGraphicFramePr/>
          <p:nvPr/>
        </p:nvGraphicFramePr>
        <p:xfrm>
          <a:off x="394112" y="114306"/>
          <a:ext cx="3000000" cy="3000000"/>
        </p:xfrm>
        <a:graphic>
          <a:graphicData uri="http://schemas.openxmlformats.org/drawingml/2006/table">
            <a:tbl>
              <a:tblPr>
                <a:noFill/>
                <a:tableStyleId>{A7A86F71-0756-4E65-B0BB-9E210D408E6D}</a:tableStyleId>
              </a:tblPr>
              <a:tblGrid>
                <a:gridCol w="3059125"/>
                <a:gridCol w="5296650"/>
              </a:tblGrid>
              <a:tr h="234800">
                <a:tc>
                  <a:txBody>
                    <a:bodyPr/>
                    <a:lstStyle/>
                    <a:p>
                      <a:pPr indent="0" lvl="0" marL="0" marR="0" rtl="0" algn="l">
                        <a:lnSpc>
                          <a:spcPct val="115000"/>
                        </a:lnSpc>
                        <a:spcBef>
                          <a:spcPts val="0"/>
                        </a:spcBef>
                        <a:spcAft>
                          <a:spcPts val="0"/>
                        </a:spcAft>
                        <a:buClr>
                          <a:schemeClr val="dk1"/>
                        </a:buClr>
                        <a:buSzPts val="1000"/>
                        <a:buFont typeface="Cambria"/>
                        <a:buNone/>
                      </a:pPr>
                      <a:r>
                        <a:rPr b="1" lang="en-US" sz="1000" u="none" cap="none" strike="noStrike">
                          <a:latin typeface="Cambria"/>
                          <a:ea typeface="Cambria"/>
                          <a:cs typeface="Cambria"/>
                          <a:sym typeface="Cambria"/>
                        </a:rPr>
                        <a:t>Process</a:t>
                      </a:r>
                      <a:endParaRPr b="1" sz="1000" u="none" cap="none" strike="noStrike">
                        <a:latin typeface="Cambria"/>
                        <a:ea typeface="Cambria"/>
                        <a:cs typeface="Cambria"/>
                        <a:sym typeface="Cambria"/>
                      </a:endParaRPr>
                    </a:p>
                  </a:txBody>
                  <a:tcPr marT="91425" marB="91425" marR="91425" marL="91425"/>
                </a:tc>
                <a:tc>
                  <a:txBody>
                    <a:bodyPr/>
                    <a:lstStyle/>
                    <a:p>
                      <a:pPr indent="0" lvl="0" marL="0" marR="0" rtl="0" algn="l">
                        <a:lnSpc>
                          <a:spcPct val="115000"/>
                        </a:lnSpc>
                        <a:spcBef>
                          <a:spcPts val="0"/>
                        </a:spcBef>
                        <a:spcAft>
                          <a:spcPts val="0"/>
                        </a:spcAft>
                        <a:buClr>
                          <a:schemeClr val="dk1"/>
                        </a:buClr>
                        <a:buSzPts val="1000"/>
                        <a:buFont typeface="Cambria"/>
                        <a:buNone/>
                      </a:pPr>
                      <a:r>
                        <a:rPr b="1" lang="en-US" sz="1000" u="none" cap="none" strike="noStrike">
                          <a:latin typeface="Cambria"/>
                          <a:ea typeface="Cambria"/>
                          <a:cs typeface="Cambria"/>
                          <a:sym typeface="Cambria"/>
                        </a:rPr>
                        <a:t>Impact in BRCA</a:t>
                      </a:r>
                      <a:endParaRPr b="1" sz="1000" u="none" cap="none" strike="noStrike">
                        <a:latin typeface="Cambria"/>
                        <a:ea typeface="Cambria"/>
                        <a:cs typeface="Cambria"/>
                        <a:sym typeface="Cambria"/>
                      </a:endParaRPr>
                    </a:p>
                  </a:txBody>
                  <a:tcPr marT="91425" marB="91425" marR="91425" marL="91425"/>
                </a:tc>
              </a:tr>
              <a:tr h="333625">
                <a:tc>
                  <a:txBody>
                    <a:bodyPr/>
                    <a:lstStyle/>
                    <a:p>
                      <a:pPr indent="0" lvl="0" marL="0" marR="0" rtl="0" algn="l">
                        <a:spcBef>
                          <a:spcPts val="0"/>
                        </a:spcBef>
                        <a:spcAft>
                          <a:spcPts val="0"/>
                        </a:spcAft>
                        <a:buClr>
                          <a:schemeClr val="dk1"/>
                        </a:buClr>
                        <a:buSzPts val="1000"/>
                        <a:buFont typeface="Cambria"/>
                        <a:buNone/>
                      </a:pPr>
                      <a:r>
                        <a:rPr lang="en-US" sz="1000" u="none" cap="none" strike="noStrike">
                          <a:latin typeface="Cambria"/>
                          <a:ea typeface="Cambria"/>
                          <a:cs typeface="Cambria"/>
                          <a:sym typeface="Cambria"/>
                        </a:rPr>
                        <a:t>Cytoplasmic Translation</a:t>
                      </a:r>
                      <a:endParaRPr sz="1000" u="none" cap="none" strike="noStrike">
                        <a:latin typeface="Cambria"/>
                        <a:ea typeface="Cambria"/>
                        <a:cs typeface="Cambria"/>
                        <a:sym typeface="Cambria"/>
                      </a:endParaRPr>
                    </a:p>
                  </a:txBody>
                  <a:tcPr marT="91425" marB="91425" marR="91425" marL="91425"/>
                </a:tc>
                <a:tc>
                  <a:txBody>
                    <a:bodyPr/>
                    <a:lstStyle/>
                    <a:p>
                      <a:pPr indent="0" lvl="0" marL="0" marR="0" rtl="0" algn="l">
                        <a:spcBef>
                          <a:spcPts val="0"/>
                        </a:spcBef>
                        <a:spcAft>
                          <a:spcPts val="0"/>
                        </a:spcAft>
                        <a:buClr>
                          <a:schemeClr val="dk1"/>
                        </a:buClr>
                        <a:buSzPts val="1000"/>
                        <a:buFont typeface="Cambria"/>
                        <a:buNone/>
                      </a:pPr>
                      <a:r>
                        <a:rPr lang="en-US" sz="1000" u="none" cap="none" strike="noStrike">
                          <a:latin typeface="Cambria"/>
                          <a:ea typeface="Cambria"/>
                          <a:cs typeface="Cambria"/>
                          <a:sym typeface="Cambria"/>
                        </a:rPr>
                        <a:t>Dysregulation can lead to altered protein synthesis, contributing to uncontrolled cell growth and cancer progression.</a:t>
                      </a:r>
                      <a:endParaRPr sz="1000" u="none" cap="none" strike="noStrike">
                        <a:latin typeface="Cambria"/>
                        <a:ea typeface="Cambria"/>
                        <a:cs typeface="Cambria"/>
                        <a:sym typeface="Cambria"/>
                      </a:endParaRPr>
                    </a:p>
                  </a:txBody>
                  <a:tcPr marT="91425" marB="91425" marR="91425" marL="91425"/>
                </a:tc>
              </a:tr>
              <a:tr h="333625">
                <a:tc>
                  <a:txBody>
                    <a:bodyPr/>
                    <a:lstStyle/>
                    <a:p>
                      <a:pPr indent="0" lvl="0" marL="0" marR="0" rtl="0" algn="l">
                        <a:spcBef>
                          <a:spcPts val="0"/>
                        </a:spcBef>
                        <a:spcAft>
                          <a:spcPts val="0"/>
                        </a:spcAft>
                        <a:buClr>
                          <a:schemeClr val="dk1"/>
                        </a:buClr>
                        <a:buSzPts val="1000"/>
                        <a:buFont typeface="Cambria"/>
                        <a:buNone/>
                      </a:pPr>
                      <a:r>
                        <a:rPr lang="en-US" sz="1000" u="none" cap="none" strike="noStrike">
                          <a:latin typeface="Cambria"/>
                          <a:ea typeface="Cambria"/>
                          <a:cs typeface="Cambria"/>
                          <a:sym typeface="Cambria"/>
                        </a:rPr>
                        <a:t>Cytosolic Ribosome</a:t>
                      </a:r>
                      <a:endParaRPr sz="1000" u="none" cap="none" strike="noStrike">
                        <a:latin typeface="Cambria"/>
                        <a:ea typeface="Cambria"/>
                        <a:cs typeface="Cambria"/>
                        <a:sym typeface="Cambria"/>
                      </a:endParaRPr>
                    </a:p>
                  </a:txBody>
                  <a:tcPr marT="91425" marB="91425" marR="91425" marL="91425"/>
                </a:tc>
                <a:tc>
                  <a:txBody>
                    <a:bodyPr/>
                    <a:lstStyle/>
                    <a:p>
                      <a:pPr indent="0" lvl="0" marL="0" marR="0" rtl="0" algn="l">
                        <a:spcBef>
                          <a:spcPts val="0"/>
                        </a:spcBef>
                        <a:spcAft>
                          <a:spcPts val="0"/>
                        </a:spcAft>
                        <a:buClr>
                          <a:schemeClr val="dk1"/>
                        </a:buClr>
                        <a:buSzPts val="1000"/>
                        <a:buFont typeface="Cambria"/>
                        <a:buNone/>
                      </a:pPr>
                      <a:r>
                        <a:rPr lang="en-US" sz="1000" u="none" cap="none" strike="noStrike">
                          <a:latin typeface="Cambria"/>
                          <a:ea typeface="Cambria"/>
                          <a:cs typeface="Cambria"/>
                          <a:sym typeface="Cambria"/>
                        </a:rPr>
                        <a:t>Aberrations can affect protein synthesis and quality control, potentially leading to the production of faulty proteins that promote cancer.</a:t>
                      </a:r>
                      <a:endParaRPr sz="1000" u="none" cap="none" strike="noStrike">
                        <a:latin typeface="Cambria"/>
                        <a:ea typeface="Cambria"/>
                        <a:cs typeface="Cambria"/>
                        <a:sym typeface="Cambria"/>
                      </a:endParaRPr>
                    </a:p>
                  </a:txBody>
                  <a:tcPr marT="91425" marB="91425" marR="91425" marL="91425"/>
                </a:tc>
              </a:tr>
              <a:tr h="333625">
                <a:tc>
                  <a:txBody>
                    <a:bodyPr/>
                    <a:lstStyle/>
                    <a:p>
                      <a:pPr indent="0" lvl="0" marL="0" marR="0" rtl="0" algn="l">
                        <a:spcBef>
                          <a:spcPts val="0"/>
                        </a:spcBef>
                        <a:spcAft>
                          <a:spcPts val="0"/>
                        </a:spcAft>
                        <a:buClr>
                          <a:schemeClr val="dk1"/>
                        </a:buClr>
                        <a:buSzPts val="1000"/>
                        <a:buFont typeface="Cambria"/>
                        <a:buNone/>
                      </a:pPr>
                      <a:r>
                        <a:rPr lang="en-US" sz="1000" u="none" cap="none" strike="noStrike">
                          <a:latin typeface="Cambria"/>
                          <a:ea typeface="Cambria"/>
                          <a:cs typeface="Cambria"/>
                          <a:sym typeface="Cambria"/>
                        </a:rPr>
                        <a:t>Nucleoplasm</a:t>
                      </a:r>
                      <a:endParaRPr sz="1000" u="none" cap="none" strike="noStrike">
                        <a:latin typeface="Cambria"/>
                        <a:ea typeface="Cambria"/>
                        <a:cs typeface="Cambria"/>
                        <a:sym typeface="Cambria"/>
                      </a:endParaRPr>
                    </a:p>
                  </a:txBody>
                  <a:tcPr marT="91425" marB="91425" marR="91425" marL="91425"/>
                </a:tc>
                <a:tc>
                  <a:txBody>
                    <a:bodyPr/>
                    <a:lstStyle/>
                    <a:p>
                      <a:pPr indent="0" lvl="0" marL="0" marR="0" rtl="0" algn="l">
                        <a:spcBef>
                          <a:spcPts val="0"/>
                        </a:spcBef>
                        <a:spcAft>
                          <a:spcPts val="0"/>
                        </a:spcAft>
                        <a:buClr>
                          <a:schemeClr val="dk1"/>
                        </a:buClr>
                        <a:buSzPts val="1000"/>
                        <a:buFont typeface="Cambria"/>
                        <a:buNone/>
                      </a:pPr>
                      <a:r>
                        <a:rPr lang="en-US" sz="1000" u="none" cap="none" strike="noStrike">
                          <a:latin typeface="Cambria"/>
                          <a:ea typeface="Cambria"/>
                          <a:cs typeface="Cambria"/>
                          <a:sym typeface="Cambria"/>
                        </a:rPr>
                        <a:t>Changes can affect the integrity of the genome and the regulation of gene expression, contributing to cancer development.</a:t>
                      </a:r>
                      <a:endParaRPr sz="1000" u="none" cap="none" strike="noStrike">
                        <a:latin typeface="Cambria"/>
                        <a:ea typeface="Cambria"/>
                        <a:cs typeface="Cambria"/>
                        <a:sym typeface="Cambria"/>
                      </a:endParaRPr>
                    </a:p>
                  </a:txBody>
                  <a:tcPr marT="91425" marB="91425" marR="91425" marL="91425"/>
                </a:tc>
              </a:tr>
              <a:tr h="333625">
                <a:tc>
                  <a:txBody>
                    <a:bodyPr/>
                    <a:lstStyle/>
                    <a:p>
                      <a:pPr indent="0" lvl="0" marL="0" marR="0" rtl="0" algn="l">
                        <a:spcBef>
                          <a:spcPts val="0"/>
                        </a:spcBef>
                        <a:spcAft>
                          <a:spcPts val="0"/>
                        </a:spcAft>
                        <a:buClr>
                          <a:schemeClr val="dk1"/>
                        </a:buClr>
                        <a:buSzPts val="1000"/>
                        <a:buFont typeface="Cambria"/>
                        <a:buNone/>
                      </a:pPr>
                      <a:r>
                        <a:rPr lang="en-US" sz="1000" u="none" cap="none" strike="noStrike">
                          <a:latin typeface="Cambria"/>
                          <a:ea typeface="Cambria"/>
                          <a:cs typeface="Cambria"/>
                          <a:sym typeface="Cambria"/>
                        </a:rPr>
                        <a:t>Eukaryotic Translation Initiation</a:t>
                      </a:r>
                      <a:endParaRPr sz="1000" u="none" cap="none" strike="noStrike">
                        <a:latin typeface="Cambria"/>
                        <a:ea typeface="Cambria"/>
                        <a:cs typeface="Cambria"/>
                        <a:sym typeface="Cambria"/>
                      </a:endParaRPr>
                    </a:p>
                  </a:txBody>
                  <a:tcPr marT="91425" marB="91425" marR="91425" marL="91425"/>
                </a:tc>
                <a:tc>
                  <a:txBody>
                    <a:bodyPr/>
                    <a:lstStyle/>
                    <a:p>
                      <a:pPr indent="0" lvl="0" marL="0" marR="0" rtl="0" algn="l">
                        <a:spcBef>
                          <a:spcPts val="0"/>
                        </a:spcBef>
                        <a:spcAft>
                          <a:spcPts val="0"/>
                        </a:spcAft>
                        <a:buClr>
                          <a:schemeClr val="dk1"/>
                        </a:buClr>
                        <a:buSzPts val="1000"/>
                        <a:buFont typeface="Cambria"/>
                        <a:buNone/>
                      </a:pPr>
                      <a:r>
                        <a:rPr lang="en-US" sz="1000" u="none" cap="none" strike="noStrike">
                          <a:latin typeface="Cambria"/>
                          <a:ea typeface="Cambria"/>
                          <a:cs typeface="Cambria"/>
                          <a:sym typeface="Cambria"/>
                        </a:rPr>
                        <a:t>Dysregulation can lead to the preferential translation of oncogenes or the loss of tumor suppressor protein production.</a:t>
                      </a:r>
                      <a:endParaRPr sz="1000" u="none" cap="none" strike="noStrike">
                        <a:latin typeface="Cambria"/>
                        <a:ea typeface="Cambria"/>
                        <a:cs typeface="Cambria"/>
                        <a:sym typeface="Cambria"/>
                      </a:endParaRPr>
                    </a:p>
                  </a:txBody>
                  <a:tcPr marT="91425" marB="91425" marR="91425" marL="91425"/>
                </a:tc>
              </a:tr>
              <a:tr h="229375">
                <a:tc>
                  <a:txBody>
                    <a:bodyPr/>
                    <a:lstStyle/>
                    <a:p>
                      <a:pPr indent="0" lvl="0" marL="0" marR="0" rtl="0" algn="l">
                        <a:spcBef>
                          <a:spcPts val="0"/>
                        </a:spcBef>
                        <a:spcAft>
                          <a:spcPts val="0"/>
                        </a:spcAft>
                        <a:buClr>
                          <a:schemeClr val="dk1"/>
                        </a:buClr>
                        <a:buSzPts val="1000"/>
                        <a:buFont typeface="Cambria"/>
                        <a:buNone/>
                      </a:pPr>
                      <a:r>
                        <a:rPr lang="en-US" sz="1000" u="none" cap="none" strike="noStrike">
                          <a:latin typeface="Cambria"/>
                          <a:ea typeface="Cambria"/>
                          <a:cs typeface="Cambria"/>
                          <a:sym typeface="Cambria"/>
                        </a:rPr>
                        <a:t>Cap-dependent Translation Initiation</a:t>
                      </a:r>
                      <a:endParaRPr sz="1000" u="none" cap="none" strike="noStrike">
                        <a:latin typeface="Cambria"/>
                        <a:ea typeface="Cambria"/>
                        <a:cs typeface="Cambria"/>
                        <a:sym typeface="Cambria"/>
                      </a:endParaRPr>
                    </a:p>
                  </a:txBody>
                  <a:tcPr marT="91425" marB="91425" marR="91425" marL="91425"/>
                </a:tc>
                <a:tc>
                  <a:txBody>
                    <a:bodyPr/>
                    <a:lstStyle/>
                    <a:p>
                      <a:pPr indent="0" lvl="0" marL="0" marR="0" rtl="0" algn="l">
                        <a:spcBef>
                          <a:spcPts val="0"/>
                        </a:spcBef>
                        <a:spcAft>
                          <a:spcPts val="0"/>
                        </a:spcAft>
                        <a:buClr>
                          <a:schemeClr val="dk1"/>
                        </a:buClr>
                        <a:buSzPts val="1000"/>
                        <a:buFont typeface="Cambria"/>
                        <a:buNone/>
                      </a:pPr>
                      <a:r>
                        <a:rPr lang="en-US" sz="1000" u="none" cap="none" strike="noStrike">
                          <a:latin typeface="Cambria"/>
                          <a:ea typeface="Cambria"/>
                          <a:cs typeface="Cambria"/>
                          <a:sym typeface="Cambria"/>
                        </a:rPr>
                        <a:t>Malfunctions can result in selective translation of mRNAs that promote tumorigenesis.</a:t>
                      </a:r>
                      <a:endParaRPr sz="1000" u="none" cap="none" strike="noStrike">
                        <a:latin typeface="Cambria"/>
                        <a:ea typeface="Cambria"/>
                        <a:cs typeface="Cambria"/>
                        <a:sym typeface="Cambria"/>
                      </a:endParaRPr>
                    </a:p>
                  </a:txBody>
                  <a:tcPr marT="91425" marB="91425" marR="91425" marL="91425"/>
                </a:tc>
              </a:tr>
              <a:tr h="333625">
                <a:tc>
                  <a:txBody>
                    <a:bodyPr/>
                    <a:lstStyle/>
                    <a:p>
                      <a:pPr indent="0" lvl="0" marL="0" marR="0" rtl="0" algn="l">
                        <a:spcBef>
                          <a:spcPts val="0"/>
                        </a:spcBef>
                        <a:spcAft>
                          <a:spcPts val="0"/>
                        </a:spcAft>
                        <a:buClr>
                          <a:schemeClr val="dk1"/>
                        </a:buClr>
                        <a:buSzPts val="1000"/>
                        <a:buFont typeface="Cambria"/>
                        <a:buNone/>
                      </a:pPr>
                      <a:r>
                        <a:rPr lang="en-US" sz="1000" u="none" cap="none" strike="noStrike">
                          <a:latin typeface="Cambria"/>
                          <a:ea typeface="Cambria"/>
                          <a:cs typeface="Cambria"/>
                          <a:sym typeface="Cambria"/>
                        </a:rPr>
                        <a:t>GTP Hydrolysis and Joining of the 60S Ribosomal Subunit</a:t>
                      </a:r>
                      <a:endParaRPr sz="1000" u="none" cap="none" strike="noStrike">
                        <a:latin typeface="Cambria"/>
                        <a:ea typeface="Cambria"/>
                        <a:cs typeface="Cambria"/>
                        <a:sym typeface="Cambria"/>
                      </a:endParaRPr>
                    </a:p>
                  </a:txBody>
                  <a:tcPr marT="91425" marB="91425" marR="91425" marL="91425"/>
                </a:tc>
                <a:tc>
                  <a:txBody>
                    <a:bodyPr/>
                    <a:lstStyle/>
                    <a:p>
                      <a:pPr indent="0" lvl="0" marL="0" marR="0" rtl="0" algn="l">
                        <a:spcBef>
                          <a:spcPts val="0"/>
                        </a:spcBef>
                        <a:spcAft>
                          <a:spcPts val="0"/>
                        </a:spcAft>
                        <a:buClr>
                          <a:schemeClr val="dk1"/>
                        </a:buClr>
                        <a:buSzPts val="1000"/>
                        <a:buFont typeface="Cambria"/>
                        <a:buNone/>
                      </a:pPr>
                      <a:r>
                        <a:rPr lang="en-US" sz="1000" u="none" cap="none" strike="noStrike">
                          <a:latin typeface="Cambria"/>
                          <a:ea typeface="Cambria"/>
                          <a:cs typeface="Cambria"/>
                          <a:sym typeface="Cambria"/>
                        </a:rPr>
                        <a:t>Errors can lead to defective ribosome assembly and translation, affecting cellular function and viability.</a:t>
                      </a:r>
                      <a:endParaRPr sz="1000" u="none" cap="none" strike="noStrike">
                        <a:latin typeface="Cambria"/>
                        <a:ea typeface="Cambria"/>
                        <a:cs typeface="Cambria"/>
                        <a:sym typeface="Cambria"/>
                      </a:endParaRPr>
                    </a:p>
                  </a:txBody>
                  <a:tcPr marT="91425" marB="91425" marR="91425" marL="91425"/>
                </a:tc>
              </a:tr>
              <a:tr h="333625">
                <a:tc>
                  <a:txBody>
                    <a:bodyPr/>
                    <a:lstStyle/>
                    <a:p>
                      <a:pPr indent="0" lvl="0" marL="0" marR="0" rtl="0" algn="l">
                        <a:spcBef>
                          <a:spcPts val="0"/>
                        </a:spcBef>
                        <a:spcAft>
                          <a:spcPts val="0"/>
                        </a:spcAft>
                        <a:buClr>
                          <a:schemeClr val="dk1"/>
                        </a:buClr>
                        <a:buSzPts val="1000"/>
                        <a:buFont typeface="Cambria"/>
                        <a:buNone/>
                      </a:pPr>
                      <a:r>
                        <a:rPr lang="en-US" sz="1000" u="none" cap="none" strike="noStrike">
                          <a:latin typeface="Cambria"/>
                          <a:ea typeface="Cambria"/>
                          <a:cs typeface="Cambria"/>
                          <a:sym typeface="Cambria"/>
                        </a:rPr>
                        <a:t>L13a-mediated Translational Silencing of Ceruloplasmin Expression</a:t>
                      </a:r>
                      <a:endParaRPr sz="1000" u="none" cap="none" strike="noStrike">
                        <a:latin typeface="Cambria"/>
                        <a:ea typeface="Cambria"/>
                        <a:cs typeface="Cambria"/>
                        <a:sym typeface="Cambria"/>
                      </a:endParaRPr>
                    </a:p>
                  </a:txBody>
                  <a:tcPr marT="91425" marB="91425" marR="91425" marL="91425"/>
                </a:tc>
                <a:tc>
                  <a:txBody>
                    <a:bodyPr/>
                    <a:lstStyle/>
                    <a:p>
                      <a:pPr indent="0" lvl="0" marL="0" marR="0" rtl="0" algn="l">
                        <a:spcBef>
                          <a:spcPts val="0"/>
                        </a:spcBef>
                        <a:spcAft>
                          <a:spcPts val="0"/>
                        </a:spcAft>
                        <a:buClr>
                          <a:schemeClr val="dk1"/>
                        </a:buClr>
                        <a:buSzPts val="1000"/>
                        <a:buFont typeface="Cambria"/>
                        <a:buNone/>
                      </a:pPr>
                      <a:r>
                        <a:rPr lang="en-US" sz="1000" u="none" cap="none" strike="noStrike">
                          <a:latin typeface="Cambria"/>
                          <a:ea typeface="Cambria"/>
                          <a:cs typeface="Cambria"/>
                          <a:sym typeface="Cambria"/>
                        </a:rPr>
                        <a:t>Disruption can affect the expression of ceruloplasmin and other genes, potentially altering iron metabolism and contributing to cancer.</a:t>
                      </a:r>
                      <a:endParaRPr sz="1000" u="none" cap="none" strike="noStrike">
                        <a:latin typeface="Cambria"/>
                        <a:ea typeface="Cambria"/>
                        <a:cs typeface="Cambria"/>
                        <a:sym typeface="Cambria"/>
                      </a:endParaRPr>
                    </a:p>
                  </a:txBody>
                  <a:tcPr marT="91425" marB="91425" marR="91425" marL="91425"/>
                </a:tc>
              </a:tr>
              <a:tr h="333625">
                <a:tc>
                  <a:txBody>
                    <a:bodyPr/>
                    <a:lstStyle/>
                    <a:p>
                      <a:pPr indent="0" lvl="0" marL="0" marR="0" rtl="0" algn="l">
                        <a:spcBef>
                          <a:spcPts val="0"/>
                        </a:spcBef>
                        <a:spcAft>
                          <a:spcPts val="0"/>
                        </a:spcAft>
                        <a:buClr>
                          <a:schemeClr val="dk1"/>
                        </a:buClr>
                        <a:buSzPts val="1000"/>
                        <a:buFont typeface="Cambria"/>
                        <a:buNone/>
                      </a:pPr>
                      <a:r>
                        <a:rPr lang="en-US" sz="1000" u="none" cap="none" strike="noStrike">
                          <a:latin typeface="Cambria"/>
                          <a:ea typeface="Cambria"/>
                          <a:cs typeface="Cambria"/>
                          <a:sym typeface="Cambria"/>
                        </a:rPr>
                        <a:t>Protein Binding</a:t>
                      </a:r>
                      <a:endParaRPr sz="1000" u="none" cap="none" strike="noStrike">
                        <a:latin typeface="Cambria"/>
                        <a:ea typeface="Cambria"/>
                        <a:cs typeface="Cambria"/>
                        <a:sym typeface="Cambria"/>
                      </a:endParaRPr>
                    </a:p>
                  </a:txBody>
                  <a:tcPr marT="91425" marB="91425" marR="91425" marL="91425"/>
                </a:tc>
                <a:tc>
                  <a:txBody>
                    <a:bodyPr/>
                    <a:lstStyle/>
                    <a:p>
                      <a:pPr indent="0" lvl="0" marL="0" marR="0" rtl="0" algn="l">
                        <a:spcBef>
                          <a:spcPts val="0"/>
                        </a:spcBef>
                        <a:spcAft>
                          <a:spcPts val="0"/>
                        </a:spcAft>
                        <a:buClr>
                          <a:schemeClr val="dk1"/>
                        </a:buClr>
                        <a:buSzPts val="1000"/>
                        <a:buFont typeface="Cambria"/>
                        <a:buNone/>
                      </a:pPr>
                      <a:r>
                        <a:rPr lang="en-US" sz="1000" u="none" cap="none" strike="noStrike">
                          <a:latin typeface="Cambria"/>
                          <a:ea typeface="Cambria"/>
                          <a:cs typeface="Cambria"/>
                          <a:sym typeface="Cambria"/>
                        </a:rPr>
                        <a:t>Abnormal protein interactions can disrupt signaling pathways and regulatory mechanisms, promoting cancer.</a:t>
                      </a:r>
                      <a:endParaRPr sz="1000" u="none" cap="none" strike="noStrike">
                        <a:latin typeface="Cambria"/>
                        <a:ea typeface="Cambria"/>
                        <a:cs typeface="Cambria"/>
                        <a:sym typeface="Cambria"/>
                      </a:endParaRPr>
                    </a:p>
                  </a:txBody>
                  <a:tcPr marT="91425" marB="91425" marR="91425" marL="91425"/>
                </a:tc>
              </a:tr>
              <a:tr h="229375">
                <a:tc>
                  <a:txBody>
                    <a:bodyPr/>
                    <a:lstStyle/>
                    <a:p>
                      <a:pPr indent="0" lvl="0" marL="0" marR="0" rtl="0" algn="l">
                        <a:spcBef>
                          <a:spcPts val="0"/>
                        </a:spcBef>
                        <a:spcAft>
                          <a:spcPts val="0"/>
                        </a:spcAft>
                        <a:buClr>
                          <a:schemeClr val="dk1"/>
                        </a:buClr>
                        <a:buSzPts val="1000"/>
                        <a:buFont typeface="Cambria"/>
                        <a:buNone/>
                      </a:pPr>
                      <a:r>
                        <a:rPr lang="en-US" sz="1000" u="none" cap="none" strike="noStrike">
                          <a:latin typeface="Cambria"/>
                          <a:ea typeface="Cambria"/>
                          <a:cs typeface="Cambria"/>
                          <a:sym typeface="Cambria"/>
                        </a:rPr>
                        <a:t>Cytosol</a:t>
                      </a:r>
                      <a:endParaRPr sz="1000" u="none" cap="none" strike="noStrike">
                        <a:latin typeface="Cambria"/>
                        <a:ea typeface="Cambria"/>
                        <a:cs typeface="Cambria"/>
                        <a:sym typeface="Cambria"/>
                      </a:endParaRPr>
                    </a:p>
                  </a:txBody>
                  <a:tcPr marT="91425" marB="91425" marR="91425" marL="91425"/>
                </a:tc>
                <a:tc>
                  <a:txBody>
                    <a:bodyPr/>
                    <a:lstStyle/>
                    <a:p>
                      <a:pPr indent="0" lvl="0" marL="0" marR="0" rtl="0" algn="l">
                        <a:spcBef>
                          <a:spcPts val="0"/>
                        </a:spcBef>
                        <a:spcAft>
                          <a:spcPts val="0"/>
                        </a:spcAft>
                        <a:buClr>
                          <a:schemeClr val="dk1"/>
                        </a:buClr>
                        <a:buSzPts val="1000"/>
                        <a:buFont typeface="Cambria"/>
                        <a:buNone/>
                      </a:pPr>
                      <a:r>
                        <a:rPr lang="en-US" sz="1000" u="none" cap="none" strike="noStrike">
                          <a:latin typeface="Cambria"/>
                          <a:ea typeface="Cambria"/>
                          <a:cs typeface="Cambria"/>
                          <a:sym typeface="Cambria"/>
                        </a:rPr>
                        <a:t>Changes in cytosolic composition can affect metabolism, signal transduction, and cell survival.</a:t>
                      </a:r>
                      <a:endParaRPr sz="1000" u="none" cap="none" strike="noStrike">
                        <a:latin typeface="Cambria"/>
                        <a:ea typeface="Cambria"/>
                        <a:cs typeface="Cambria"/>
                        <a:sym typeface="Cambria"/>
                      </a:endParaRPr>
                    </a:p>
                  </a:txBody>
                  <a:tcPr marT="91425" marB="91425" marR="91425" marL="91425"/>
                </a:tc>
              </a:tr>
              <a:tr h="333625">
                <a:tc>
                  <a:txBody>
                    <a:bodyPr/>
                    <a:lstStyle/>
                    <a:p>
                      <a:pPr indent="0" lvl="0" marL="0" marR="0" rtl="0" algn="l">
                        <a:spcBef>
                          <a:spcPts val="0"/>
                        </a:spcBef>
                        <a:spcAft>
                          <a:spcPts val="0"/>
                        </a:spcAft>
                        <a:buClr>
                          <a:schemeClr val="dk1"/>
                        </a:buClr>
                        <a:buSzPts val="1000"/>
                        <a:buFont typeface="Cambria"/>
                        <a:buNone/>
                      </a:pPr>
                      <a:r>
                        <a:rPr lang="en-US" sz="1000" u="none" cap="none" strike="noStrike">
                          <a:latin typeface="Cambria"/>
                          <a:ea typeface="Cambria"/>
                          <a:cs typeface="Cambria"/>
                          <a:sym typeface="Cambria"/>
                        </a:rPr>
                        <a:t>Cytoplasm</a:t>
                      </a:r>
                      <a:endParaRPr sz="1000" u="none" cap="none" strike="noStrike">
                        <a:latin typeface="Cambria"/>
                        <a:ea typeface="Cambria"/>
                        <a:cs typeface="Cambria"/>
                        <a:sym typeface="Cambria"/>
                      </a:endParaRPr>
                    </a:p>
                  </a:txBody>
                  <a:tcPr marT="91425" marB="91425" marR="91425" marL="91425"/>
                </a:tc>
                <a:tc>
                  <a:txBody>
                    <a:bodyPr/>
                    <a:lstStyle/>
                    <a:p>
                      <a:pPr indent="0" lvl="0" marL="0" marR="0" rtl="0" algn="l">
                        <a:spcBef>
                          <a:spcPts val="0"/>
                        </a:spcBef>
                        <a:spcAft>
                          <a:spcPts val="0"/>
                        </a:spcAft>
                        <a:buClr>
                          <a:schemeClr val="dk1"/>
                        </a:buClr>
                        <a:buSzPts val="1000"/>
                        <a:buFont typeface="Cambria"/>
                        <a:buNone/>
                      </a:pPr>
                      <a:r>
                        <a:rPr lang="en-US" sz="1000" u="none" cap="none" strike="noStrike">
                          <a:latin typeface="Cambria"/>
                          <a:ea typeface="Cambria"/>
                          <a:cs typeface="Cambria"/>
                          <a:sym typeface="Cambria"/>
                        </a:rPr>
                        <a:t>Alterations can impact cell structure, signaling, and metabolism, contributing to malignant transformation and progression.</a:t>
                      </a:r>
                      <a:endParaRPr sz="1000" u="none" cap="none" strike="noStrike">
                        <a:latin typeface="Cambria"/>
                        <a:ea typeface="Cambria"/>
                        <a:cs typeface="Cambria"/>
                        <a:sym typeface="Cambria"/>
                      </a:endParaRPr>
                    </a:p>
                  </a:txBody>
                  <a:tcPr marT="91425" marB="91425" marR="91425" marL="91425"/>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